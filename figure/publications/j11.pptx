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199313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1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5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001553"/>
            <a:ext cx="6119416" cy="2130602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214319"/>
            <a:ext cx="5399485" cy="1477538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FFB4-9D9B-4724-A630-81D9137D0BE8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3AF7-8AD4-4C7D-B2A7-7769C05F7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68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FFB4-9D9B-4724-A630-81D9137D0BE8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3AF7-8AD4-4C7D-B2A7-7769C05F7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69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525705"/>
            <a:ext cx="6209407" cy="2545672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095460"/>
            <a:ext cx="6209407" cy="133870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FFB4-9D9B-4724-A630-81D9137D0BE8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3AF7-8AD4-4C7D-B2A7-7769C05F7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64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629117"/>
            <a:ext cx="3059708" cy="388296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629117"/>
            <a:ext cx="3059708" cy="388296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FFB4-9D9B-4724-A630-81D9137D0BE8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3AF7-8AD4-4C7D-B2A7-7769C05F7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7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25825"/>
            <a:ext cx="6209407" cy="118288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500205"/>
            <a:ext cx="3045646" cy="73522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235432"/>
            <a:ext cx="3045646" cy="32879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500205"/>
            <a:ext cx="3060646" cy="73522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235432"/>
            <a:ext cx="3060646" cy="32879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FFB4-9D9B-4724-A630-81D9137D0BE8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3AF7-8AD4-4C7D-B2A7-7769C05F7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88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FFB4-9D9B-4724-A630-81D9137D0BE8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3AF7-8AD4-4C7D-B2A7-7769C05F7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57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FFB4-9D9B-4724-A630-81D9137D0BE8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3AF7-8AD4-4C7D-B2A7-7769C05F7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07988"/>
            <a:ext cx="2321966" cy="1427956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881141"/>
            <a:ext cx="3644652" cy="4349034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835944"/>
            <a:ext cx="2321966" cy="3401313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FFB4-9D9B-4724-A630-81D9137D0BE8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3AF7-8AD4-4C7D-B2A7-7769C05F7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42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07988"/>
            <a:ext cx="2321966" cy="1427956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881141"/>
            <a:ext cx="3644652" cy="4349034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835944"/>
            <a:ext cx="2321966" cy="3401313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FFB4-9D9B-4724-A630-81D9137D0BE8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3AF7-8AD4-4C7D-B2A7-7769C05F7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38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FFB4-9D9B-4724-A630-81D9137D0BE8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3AF7-8AD4-4C7D-B2A7-7769C05F7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28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25823"/>
            <a:ext cx="1552352" cy="518625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25823"/>
            <a:ext cx="4567064" cy="518625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FFB4-9D9B-4724-A630-81D9137D0BE8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3AF7-8AD4-4C7D-B2A7-7769C05F7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72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25825"/>
            <a:ext cx="6209407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629117"/>
            <a:ext cx="6209407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672162"/>
            <a:ext cx="1619845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E8FFB4-9D9B-4724-A630-81D9137D0BE8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672162"/>
            <a:ext cx="242976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672162"/>
            <a:ext cx="1619845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843AF7-8AD4-4C7D-B2A7-7769C05F7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15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4"/><Relationship Id="rId7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4.png"/><Relationship Id="rId5" Type="http://schemas.microsoft.com/office/2007/relationships/media" Target="../media/media3.mp4"/><Relationship Id="rId10" Type="http://schemas.openxmlformats.org/officeDocument/2006/relationships/image" Target="../media/image3.png"/><Relationship Id="rId4" Type="http://schemas.openxmlformats.org/officeDocument/2006/relationships/video" Target="../media/media2.mp4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time">
            <a:hlinkClick r:id="" action="ppaction://media"/>
            <a:extLst>
              <a:ext uri="{FF2B5EF4-FFF2-40B4-BE49-F238E27FC236}">
                <a16:creationId xmlns:a16="http://schemas.microsoft.com/office/drawing/2014/main" id="{8A7818BD-7C98-0CD8-CEC2-E42041CE984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8"/>
          <a:srcRect l="11442" t="28684" b="26831"/>
          <a:stretch/>
        </p:blipFill>
        <p:spPr>
          <a:xfrm>
            <a:off x="202021" y="494732"/>
            <a:ext cx="3109641" cy="154842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A89FC0F-6DC4-2FBE-21E0-7CD9C44CB264}"/>
              </a:ext>
            </a:extLst>
          </p:cNvPr>
          <p:cNvCxnSpPr/>
          <p:nvPr/>
        </p:nvCxnSpPr>
        <p:spPr>
          <a:xfrm>
            <a:off x="2423599" y="911544"/>
            <a:ext cx="0" cy="22283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  <a:effectLst>
            <a:glow rad="25400">
              <a:schemeClr val="tx1"/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D0AAE49-4B42-BBBA-5157-659CC5AF3FD6}"/>
              </a:ext>
            </a:extLst>
          </p:cNvPr>
          <p:cNvSpPr txBox="1"/>
          <p:nvPr/>
        </p:nvSpPr>
        <p:spPr>
          <a:xfrm>
            <a:off x="2020889" y="1633366"/>
            <a:ext cx="1237883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ko-KR" sz="1400" i="1" dirty="0">
                <a:latin typeface="+mn-ea"/>
                <a:cs typeface="Times New Roman" panose="02020603050405020304" pitchFamily="18" charset="0"/>
              </a:rPr>
              <a:t>μ</a:t>
            </a:r>
            <a:r>
              <a:rPr lang="en-US" altLang="ko-KR" sz="1400" dirty="0">
                <a:latin typeface="+mn-ea"/>
                <a:cs typeface="Times New Roman" panose="02020603050405020304" pitchFamily="18" charset="0"/>
              </a:rPr>
              <a:t>=10</a:t>
            </a:r>
            <a:r>
              <a:rPr lang="en-US" altLang="ko-KR" sz="1400" baseline="30000" dirty="0">
                <a:latin typeface="+mn-ea"/>
                <a:cs typeface="Times New Roman" panose="02020603050405020304" pitchFamily="18" charset="0"/>
              </a:rPr>
              <a:t>1</a:t>
            </a:r>
            <a:r>
              <a:rPr lang="en-US" altLang="ko-KR" sz="1400" dirty="0">
                <a:latin typeface="+mn-ea"/>
                <a:cs typeface="Times New Roman" panose="02020603050405020304" pitchFamily="18" charset="0"/>
              </a:rPr>
              <a:t>Pa∙s</a:t>
            </a:r>
            <a:endParaRPr lang="ko-KR" altLang="en-US" sz="14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43" name="time">
            <a:hlinkClick r:id="" action="ppaction://media"/>
            <a:extLst>
              <a:ext uri="{FF2B5EF4-FFF2-40B4-BE49-F238E27FC236}">
                <a16:creationId xmlns:a16="http://schemas.microsoft.com/office/drawing/2014/main" id="{0B3802BD-7AB3-964A-853C-FBE7AA71D561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9"/>
          <a:srcRect l="11526" t="28525" b="26191"/>
          <a:stretch/>
        </p:blipFill>
        <p:spPr>
          <a:xfrm>
            <a:off x="202022" y="2209711"/>
            <a:ext cx="3109641" cy="1577725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126CDD3C-924B-5D1A-0DA3-281B736B4E5B}"/>
              </a:ext>
            </a:extLst>
          </p:cNvPr>
          <p:cNvCxnSpPr/>
          <p:nvPr/>
        </p:nvCxnSpPr>
        <p:spPr>
          <a:xfrm>
            <a:off x="1728843" y="2814776"/>
            <a:ext cx="0" cy="22283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  <a:effectLst>
            <a:glow rad="25400">
              <a:schemeClr val="tx1"/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8C3DD00-03E1-A314-A9D6-D55BBB1D684B}"/>
              </a:ext>
            </a:extLst>
          </p:cNvPr>
          <p:cNvSpPr txBox="1"/>
          <p:nvPr/>
        </p:nvSpPr>
        <p:spPr>
          <a:xfrm>
            <a:off x="2063123" y="3393155"/>
            <a:ext cx="1237883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ko-KR" sz="1400" i="1" dirty="0">
                <a:latin typeface="+mn-ea"/>
                <a:cs typeface="Times New Roman" panose="02020603050405020304" pitchFamily="18" charset="0"/>
              </a:rPr>
              <a:t>μ</a:t>
            </a:r>
            <a:r>
              <a:rPr lang="en-US" altLang="ko-KR" sz="1400" dirty="0">
                <a:latin typeface="+mn-ea"/>
                <a:cs typeface="Times New Roman" panose="02020603050405020304" pitchFamily="18" charset="0"/>
              </a:rPr>
              <a:t>=10</a:t>
            </a:r>
            <a:r>
              <a:rPr lang="en-US" altLang="ko-KR" sz="1400" baseline="30000" dirty="0">
                <a:latin typeface="+mn-ea"/>
                <a:cs typeface="Times New Roman" panose="02020603050405020304" pitchFamily="18" charset="0"/>
              </a:rPr>
              <a:t>2</a:t>
            </a:r>
            <a:r>
              <a:rPr lang="en-US" altLang="ko-KR" sz="1400" dirty="0">
                <a:latin typeface="+mn-ea"/>
                <a:cs typeface="Times New Roman" panose="02020603050405020304" pitchFamily="18" charset="0"/>
              </a:rPr>
              <a:t>Pa∙s</a:t>
            </a:r>
            <a:endParaRPr lang="ko-KR" altLang="en-US" sz="14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46" name="time">
            <a:hlinkClick r:id="" action="ppaction://media"/>
            <a:extLst>
              <a:ext uri="{FF2B5EF4-FFF2-40B4-BE49-F238E27FC236}">
                <a16:creationId xmlns:a16="http://schemas.microsoft.com/office/drawing/2014/main" id="{74EB30AD-F072-10C3-48E8-E40D7BC99392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 rotWithShape="1">
          <a:blip r:embed="rId10"/>
          <a:srcRect l="11887" t="27421" b="27036"/>
          <a:stretch>
            <a:fillRect/>
          </a:stretch>
        </p:blipFill>
        <p:spPr>
          <a:xfrm>
            <a:off x="202021" y="3960650"/>
            <a:ext cx="3109641" cy="1593237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28142A3-6F97-5FC6-9017-655A7CE909DF}"/>
              </a:ext>
            </a:extLst>
          </p:cNvPr>
          <p:cNvCxnSpPr/>
          <p:nvPr/>
        </p:nvCxnSpPr>
        <p:spPr>
          <a:xfrm>
            <a:off x="1299840" y="4711467"/>
            <a:ext cx="0" cy="22283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  <a:effectLst>
            <a:glow rad="25400">
              <a:schemeClr val="tx1"/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A0CF760-D0D0-0E42-028D-CCA4814222D5}"/>
              </a:ext>
            </a:extLst>
          </p:cNvPr>
          <p:cNvSpPr txBox="1"/>
          <p:nvPr/>
        </p:nvSpPr>
        <p:spPr>
          <a:xfrm>
            <a:off x="2105358" y="5172185"/>
            <a:ext cx="1237883" cy="379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ko-KR" sz="1400" i="1" dirty="0">
                <a:latin typeface="+mn-ea"/>
                <a:cs typeface="Times New Roman" panose="02020603050405020304" pitchFamily="18" charset="0"/>
              </a:rPr>
              <a:t>μ</a:t>
            </a:r>
            <a:r>
              <a:rPr lang="en-US" altLang="ko-KR" sz="1400" dirty="0">
                <a:latin typeface="+mn-ea"/>
                <a:cs typeface="Times New Roman" panose="02020603050405020304" pitchFamily="18" charset="0"/>
              </a:rPr>
              <a:t>=10</a:t>
            </a:r>
            <a:r>
              <a:rPr lang="en-US" altLang="ko-KR" sz="1400" baseline="30000" dirty="0">
                <a:latin typeface="+mn-ea"/>
                <a:cs typeface="Times New Roman" panose="02020603050405020304" pitchFamily="18" charset="0"/>
              </a:rPr>
              <a:t>3</a:t>
            </a:r>
            <a:r>
              <a:rPr lang="en-US" altLang="ko-KR" sz="1400" dirty="0">
                <a:latin typeface="+mn-ea"/>
                <a:cs typeface="Times New Roman" panose="02020603050405020304" pitchFamily="18" charset="0"/>
              </a:rPr>
              <a:t>Pa∙s</a:t>
            </a:r>
            <a:endParaRPr lang="ko-KR" altLang="en-US" sz="1400" dirty="0"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00A63419-68E5-B5F0-FB05-33B024AA50F4}"/>
              </a:ext>
            </a:extLst>
          </p:cNvPr>
          <p:cNvGrpSpPr/>
          <p:nvPr/>
        </p:nvGrpSpPr>
        <p:grpSpPr>
          <a:xfrm>
            <a:off x="3375087" y="251871"/>
            <a:ext cx="3742984" cy="5702220"/>
            <a:chOff x="7903126" y="1521579"/>
            <a:chExt cx="3208696" cy="4888264"/>
          </a:xfrm>
        </p:grpSpPr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30BBF2BE-0CCB-60E4-23B0-18068F45F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56230" r="51807"/>
            <a:stretch>
              <a:fillRect/>
            </a:stretch>
          </p:blipFill>
          <p:spPr>
            <a:xfrm>
              <a:off x="7904456" y="1521579"/>
              <a:ext cx="3207366" cy="2394279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D1459342-9E28-A5AA-1595-DDD55AAAD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47276" t="56327" r="4511"/>
            <a:stretch>
              <a:fillRect/>
            </a:stretch>
          </p:blipFill>
          <p:spPr>
            <a:xfrm>
              <a:off x="7903127" y="4020895"/>
              <a:ext cx="3208695" cy="23889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053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0000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00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0"/>
                </p:tgtEl>
              </p:cMediaNode>
            </p:video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3"/>
                </p:tgtEl>
              </p:cMediaNode>
            </p:video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4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15</Words>
  <Application>Microsoft Office PowerPoint</Application>
  <PresentationFormat>사용자 지정</PresentationFormat>
  <Paragraphs>3</Paragraphs>
  <Slides>1</Slides>
  <Notes>0</Notes>
  <HiddenSlides>0</HiddenSlides>
  <MMClips>3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희상 유</dc:creator>
  <cp:lastModifiedBy>희상 유</cp:lastModifiedBy>
  <cp:revision>1</cp:revision>
  <dcterms:created xsi:type="dcterms:W3CDTF">2026-08-01T12:23:47Z</dcterms:created>
  <dcterms:modified xsi:type="dcterms:W3CDTF">2026-08-01T12:24:54Z</dcterms:modified>
</cp:coreProperties>
</file>