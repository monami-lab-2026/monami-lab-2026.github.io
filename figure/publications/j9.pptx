
<file path=[Content_Types].xml><?xml version="1.0" encoding="utf-8"?>
<Types xmlns="http://schemas.openxmlformats.org/package/2006/content-types">
  <Default Extension="avi" ContentType="video/x-msvideo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8280400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1580" y="8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5050" y="765909"/>
            <a:ext cx="6210300" cy="1629316"/>
          </a:xfrm>
        </p:spPr>
        <p:txBody>
          <a:bodyPr anchor="b"/>
          <a:lstStyle>
            <a:lvl1pPr algn="ctr">
              <a:defRPr sz="40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5050" y="2458058"/>
            <a:ext cx="6210300" cy="1129904"/>
          </a:xfrm>
        </p:spPr>
        <p:txBody>
          <a:bodyPr/>
          <a:lstStyle>
            <a:lvl1pPr marL="0" indent="0" algn="ctr">
              <a:buNone/>
              <a:defRPr sz="1630"/>
            </a:lvl1pPr>
            <a:lvl2pPr marL="310530" indent="0" algn="ctr">
              <a:buNone/>
              <a:defRPr sz="1358"/>
            </a:lvl2pPr>
            <a:lvl3pPr marL="621060" indent="0" algn="ctr">
              <a:buNone/>
              <a:defRPr sz="1223"/>
            </a:lvl3pPr>
            <a:lvl4pPr marL="931591" indent="0" algn="ctr">
              <a:buNone/>
              <a:defRPr sz="1087"/>
            </a:lvl4pPr>
            <a:lvl5pPr marL="1242121" indent="0" algn="ctr">
              <a:buNone/>
              <a:defRPr sz="1087"/>
            </a:lvl5pPr>
            <a:lvl6pPr marL="1552651" indent="0" algn="ctr">
              <a:buNone/>
              <a:defRPr sz="1087"/>
            </a:lvl6pPr>
            <a:lvl7pPr marL="1863181" indent="0" algn="ctr">
              <a:buNone/>
              <a:defRPr sz="1087"/>
            </a:lvl7pPr>
            <a:lvl8pPr marL="2173712" indent="0" algn="ctr">
              <a:buNone/>
              <a:defRPr sz="1087"/>
            </a:lvl8pPr>
            <a:lvl9pPr marL="2484242" indent="0" algn="ctr">
              <a:buNone/>
              <a:defRPr sz="108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48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00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65" y="1166738"/>
            <a:ext cx="7141845" cy="1946729"/>
          </a:xfrm>
        </p:spPr>
        <p:txBody>
          <a:bodyPr anchor="b"/>
          <a:lstStyle>
            <a:lvl1pPr>
              <a:defRPr sz="40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965" y="3131884"/>
            <a:ext cx="7141845" cy="1023739"/>
          </a:xfrm>
        </p:spPr>
        <p:txBody>
          <a:bodyPr/>
          <a:lstStyle>
            <a:lvl1pPr marL="0" indent="0">
              <a:buNone/>
              <a:defRPr sz="1630">
                <a:solidFill>
                  <a:schemeClr val="tx1">
                    <a:tint val="82000"/>
                  </a:schemeClr>
                </a:solidFill>
              </a:defRPr>
            </a:lvl1pPr>
            <a:lvl2pPr marL="310530" indent="0">
              <a:buNone/>
              <a:defRPr sz="1358">
                <a:solidFill>
                  <a:schemeClr val="tx1">
                    <a:tint val="82000"/>
                  </a:schemeClr>
                </a:solidFill>
              </a:defRPr>
            </a:lvl2pPr>
            <a:lvl3pPr marL="621060" indent="0">
              <a:buNone/>
              <a:defRPr sz="1223">
                <a:solidFill>
                  <a:schemeClr val="tx1">
                    <a:tint val="82000"/>
                  </a:schemeClr>
                </a:solidFill>
              </a:defRPr>
            </a:lvl3pPr>
            <a:lvl4pPr marL="931591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4pPr>
            <a:lvl5pPr marL="1242121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5pPr>
            <a:lvl6pPr marL="1552651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6pPr>
            <a:lvl7pPr marL="1863181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7pPr>
            <a:lvl8pPr marL="2173712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8pPr>
            <a:lvl9pPr marL="2484242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05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9278" y="1245820"/>
            <a:ext cx="3519170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1953" y="1245820"/>
            <a:ext cx="3519170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6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249164"/>
            <a:ext cx="7141845" cy="90457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356" y="1147238"/>
            <a:ext cx="3502997" cy="562244"/>
          </a:xfrm>
        </p:spPr>
        <p:txBody>
          <a:bodyPr anchor="b"/>
          <a:lstStyle>
            <a:lvl1pPr marL="0" indent="0">
              <a:buNone/>
              <a:defRPr sz="1630" b="1"/>
            </a:lvl1pPr>
            <a:lvl2pPr marL="310530" indent="0">
              <a:buNone/>
              <a:defRPr sz="1358" b="1"/>
            </a:lvl2pPr>
            <a:lvl3pPr marL="621060" indent="0">
              <a:buNone/>
              <a:defRPr sz="1223" b="1"/>
            </a:lvl3pPr>
            <a:lvl4pPr marL="931591" indent="0">
              <a:buNone/>
              <a:defRPr sz="1087" b="1"/>
            </a:lvl4pPr>
            <a:lvl5pPr marL="1242121" indent="0">
              <a:buNone/>
              <a:defRPr sz="1087" b="1"/>
            </a:lvl5pPr>
            <a:lvl6pPr marL="1552651" indent="0">
              <a:buNone/>
              <a:defRPr sz="1087" b="1"/>
            </a:lvl6pPr>
            <a:lvl7pPr marL="1863181" indent="0">
              <a:buNone/>
              <a:defRPr sz="1087" b="1"/>
            </a:lvl7pPr>
            <a:lvl8pPr marL="2173712" indent="0">
              <a:buNone/>
              <a:defRPr sz="1087" b="1"/>
            </a:lvl8pPr>
            <a:lvl9pPr marL="2484242" indent="0">
              <a:buNone/>
              <a:defRPr sz="108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356" y="1709482"/>
            <a:ext cx="3502997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1952" y="1147238"/>
            <a:ext cx="3520249" cy="562244"/>
          </a:xfrm>
        </p:spPr>
        <p:txBody>
          <a:bodyPr anchor="b"/>
          <a:lstStyle>
            <a:lvl1pPr marL="0" indent="0">
              <a:buNone/>
              <a:defRPr sz="1630" b="1"/>
            </a:lvl1pPr>
            <a:lvl2pPr marL="310530" indent="0">
              <a:buNone/>
              <a:defRPr sz="1358" b="1"/>
            </a:lvl2pPr>
            <a:lvl3pPr marL="621060" indent="0">
              <a:buNone/>
              <a:defRPr sz="1223" b="1"/>
            </a:lvl3pPr>
            <a:lvl4pPr marL="931591" indent="0">
              <a:buNone/>
              <a:defRPr sz="1087" b="1"/>
            </a:lvl4pPr>
            <a:lvl5pPr marL="1242121" indent="0">
              <a:buNone/>
              <a:defRPr sz="1087" b="1"/>
            </a:lvl5pPr>
            <a:lvl6pPr marL="1552651" indent="0">
              <a:buNone/>
              <a:defRPr sz="1087" b="1"/>
            </a:lvl6pPr>
            <a:lvl7pPr marL="1863181" indent="0">
              <a:buNone/>
              <a:defRPr sz="1087" b="1"/>
            </a:lvl7pPr>
            <a:lvl8pPr marL="2173712" indent="0">
              <a:buNone/>
              <a:defRPr sz="1087" b="1"/>
            </a:lvl8pPr>
            <a:lvl9pPr marL="2484242" indent="0">
              <a:buNone/>
              <a:defRPr sz="108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1952" y="1709482"/>
            <a:ext cx="3520249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74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09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38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7" y="311997"/>
            <a:ext cx="2670644" cy="1091988"/>
          </a:xfrm>
        </p:spPr>
        <p:txBody>
          <a:bodyPr anchor="b"/>
          <a:lstStyle>
            <a:lvl1pPr>
              <a:defRPr sz="2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0248" y="673826"/>
            <a:ext cx="4191953" cy="3325798"/>
          </a:xfrm>
        </p:spPr>
        <p:txBody>
          <a:bodyPr/>
          <a:lstStyle>
            <a:lvl1pPr>
              <a:defRPr sz="2173"/>
            </a:lvl1pPr>
            <a:lvl2pPr>
              <a:defRPr sz="1902"/>
            </a:lvl2pPr>
            <a:lvl3pPr>
              <a:defRPr sz="1630"/>
            </a:lvl3pPr>
            <a:lvl4pPr>
              <a:defRPr sz="1358"/>
            </a:lvl4pPr>
            <a:lvl5pPr>
              <a:defRPr sz="1358"/>
            </a:lvl5pPr>
            <a:lvl6pPr>
              <a:defRPr sz="1358"/>
            </a:lvl6pPr>
            <a:lvl7pPr>
              <a:defRPr sz="1358"/>
            </a:lvl7pPr>
            <a:lvl8pPr>
              <a:defRPr sz="1358"/>
            </a:lvl8pPr>
            <a:lvl9pPr>
              <a:defRPr sz="135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7" y="1403985"/>
            <a:ext cx="2670644" cy="2601056"/>
          </a:xfrm>
        </p:spPr>
        <p:txBody>
          <a:bodyPr/>
          <a:lstStyle>
            <a:lvl1pPr marL="0" indent="0">
              <a:buNone/>
              <a:defRPr sz="1087"/>
            </a:lvl1pPr>
            <a:lvl2pPr marL="310530" indent="0">
              <a:buNone/>
              <a:defRPr sz="951"/>
            </a:lvl2pPr>
            <a:lvl3pPr marL="621060" indent="0">
              <a:buNone/>
              <a:defRPr sz="815"/>
            </a:lvl3pPr>
            <a:lvl4pPr marL="931591" indent="0">
              <a:buNone/>
              <a:defRPr sz="679"/>
            </a:lvl4pPr>
            <a:lvl5pPr marL="1242121" indent="0">
              <a:buNone/>
              <a:defRPr sz="679"/>
            </a:lvl5pPr>
            <a:lvl6pPr marL="1552651" indent="0">
              <a:buNone/>
              <a:defRPr sz="679"/>
            </a:lvl6pPr>
            <a:lvl7pPr marL="1863181" indent="0">
              <a:buNone/>
              <a:defRPr sz="679"/>
            </a:lvl7pPr>
            <a:lvl8pPr marL="2173712" indent="0">
              <a:buNone/>
              <a:defRPr sz="679"/>
            </a:lvl8pPr>
            <a:lvl9pPr marL="2484242" indent="0">
              <a:buNone/>
              <a:defRPr sz="67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08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7" y="311997"/>
            <a:ext cx="2670644" cy="1091988"/>
          </a:xfrm>
        </p:spPr>
        <p:txBody>
          <a:bodyPr anchor="b"/>
          <a:lstStyle>
            <a:lvl1pPr>
              <a:defRPr sz="2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20248" y="673826"/>
            <a:ext cx="4191953" cy="3325798"/>
          </a:xfrm>
        </p:spPr>
        <p:txBody>
          <a:bodyPr anchor="t"/>
          <a:lstStyle>
            <a:lvl1pPr marL="0" indent="0">
              <a:buNone/>
              <a:defRPr sz="2173"/>
            </a:lvl1pPr>
            <a:lvl2pPr marL="310530" indent="0">
              <a:buNone/>
              <a:defRPr sz="1902"/>
            </a:lvl2pPr>
            <a:lvl3pPr marL="621060" indent="0">
              <a:buNone/>
              <a:defRPr sz="1630"/>
            </a:lvl3pPr>
            <a:lvl4pPr marL="931591" indent="0">
              <a:buNone/>
              <a:defRPr sz="1358"/>
            </a:lvl4pPr>
            <a:lvl5pPr marL="1242121" indent="0">
              <a:buNone/>
              <a:defRPr sz="1358"/>
            </a:lvl5pPr>
            <a:lvl6pPr marL="1552651" indent="0">
              <a:buNone/>
              <a:defRPr sz="1358"/>
            </a:lvl6pPr>
            <a:lvl7pPr marL="1863181" indent="0">
              <a:buNone/>
              <a:defRPr sz="1358"/>
            </a:lvl7pPr>
            <a:lvl8pPr marL="2173712" indent="0">
              <a:buNone/>
              <a:defRPr sz="1358"/>
            </a:lvl8pPr>
            <a:lvl9pPr marL="2484242" indent="0">
              <a:buNone/>
              <a:defRPr sz="1358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7" y="1403985"/>
            <a:ext cx="2670644" cy="2601056"/>
          </a:xfrm>
        </p:spPr>
        <p:txBody>
          <a:bodyPr/>
          <a:lstStyle>
            <a:lvl1pPr marL="0" indent="0">
              <a:buNone/>
              <a:defRPr sz="1087"/>
            </a:lvl1pPr>
            <a:lvl2pPr marL="310530" indent="0">
              <a:buNone/>
              <a:defRPr sz="951"/>
            </a:lvl2pPr>
            <a:lvl3pPr marL="621060" indent="0">
              <a:buNone/>
              <a:defRPr sz="815"/>
            </a:lvl3pPr>
            <a:lvl4pPr marL="931591" indent="0">
              <a:buNone/>
              <a:defRPr sz="679"/>
            </a:lvl4pPr>
            <a:lvl5pPr marL="1242121" indent="0">
              <a:buNone/>
              <a:defRPr sz="679"/>
            </a:lvl5pPr>
            <a:lvl6pPr marL="1552651" indent="0">
              <a:buNone/>
              <a:defRPr sz="679"/>
            </a:lvl6pPr>
            <a:lvl7pPr marL="1863181" indent="0">
              <a:buNone/>
              <a:defRPr sz="679"/>
            </a:lvl7pPr>
            <a:lvl8pPr marL="2173712" indent="0">
              <a:buNone/>
              <a:defRPr sz="679"/>
            </a:lvl8pPr>
            <a:lvl9pPr marL="2484242" indent="0">
              <a:buNone/>
              <a:defRPr sz="67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81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25661" y="249164"/>
            <a:ext cx="1785461" cy="396604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277" y="249164"/>
            <a:ext cx="5252879" cy="396604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96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9278" y="249164"/>
            <a:ext cx="7141845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278" y="1245820"/>
            <a:ext cx="7141845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9278" y="4337621"/>
            <a:ext cx="186309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FC9EE-A0EE-4308-9005-E4599B4DDBF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2883" y="4337621"/>
            <a:ext cx="279463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48033" y="4337621"/>
            <a:ext cx="186309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F86D62-DAAB-4CEE-997D-E48A1DB4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3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21060" rtl="0" eaLnBrk="1" latinLnBrk="0" hangingPunct="1">
        <a:lnSpc>
          <a:spcPct val="90000"/>
        </a:lnSpc>
        <a:spcBef>
          <a:spcPct val="0"/>
        </a:spcBef>
        <a:buNone/>
        <a:defRPr sz="29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265" indent="-155265" algn="l" defTabSz="62106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1902" kern="1200">
          <a:solidFill>
            <a:schemeClr val="tx1"/>
          </a:solidFill>
          <a:latin typeface="+mn-lt"/>
          <a:ea typeface="+mn-ea"/>
          <a:cs typeface="+mn-cs"/>
        </a:defRPr>
      </a:lvl1pPr>
      <a:lvl2pPr marL="465795" indent="-155265" algn="l" defTabSz="62106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2pPr>
      <a:lvl3pPr marL="776326" indent="-155265" algn="l" defTabSz="62106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358" kern="1200">
          <a:solidFill>
            <a:schemeClr val="tx1"/>
          </a:solidFill>
          <a:latin typeface="+mn-lt"/>
          <a:ea typeface="+mn-ea"/>
          <a:cs typeface="+mn-cs"/>
        </a:defRPr>
      </a:lvl3pPr>
      <a:lvl4pPr marL="1086856" indent="-155265" algn="l" defTabSz="62106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4pPr>
      <a:lvl5pPr marL="1397386" indent="-155265" algn="l" defTabSz="62106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5pPr>
      <a:lvl6pPr marL="1707916" indent="-155265" algn="l" defTabSz="62106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6pPr>
      <a:lvl7pPr marL="2018447" indent="-155265" algn="l" defTabSz="62106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7pPr>
      <a:lvl8pPr marL="2328977" indent="-155265" algn="l" defTabSz="62106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8pPr>
      <a:lvl9pPr marL="2639507" indent="-155265" algn="l" defTabSz="62106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1060" rtl="0" eaLnBrk="1" latinLnBrk="0" hangingPunct="1">
        <a:defRPr sz="1223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algn="l" defTabSz="621060" rtl="0" eaLnBrk="1" latinLnBrk="0" hangingPunct="1">
        <a:defRPr sz="1223" kern="1200">
          <a:solidFill>
            <a:schemeClr val="tx1"/>
          </a:solidFill>
          <a:latin typeface="+mn-lt"/>
          <a:ea typeface="+mn-ea"/>
          <a:cs typeface="+mn-cs"/>
        </a:defRPr>
      </a:lvl2pPr>
      <a:lvl3pPr marL="621060" algn="l" defTabSz="621060" rtl="0" eaLnBrk="1" latinLnBrk="0" hangingPunct="1">
        <a:defRPr sz="1223" kern="1200">
          <a:solidFill>
            <a:schemeClr val="tx1"/>
          </a:solidFill>
          <a:latin typeface="+mn-lt"/>
          <a:ea typeface="+mn-ea"/>
          <a:cs typeface="+mn-cs"/>
        </a:defRPr>
      </a:lvl3pPr>
      <a:lvl4pPr marL="931591" algn="l" defTabSz="621060" rtl="0" eaLnBrk="1" latinLnBrk="0" hangingPunct="1">
        <a:defRPr sz="1223" kern="1200">
          <a:solidFill>
            <a:schemeClr val="tx1"/>
          </a:solidFill>
          <a:latin typeface="+mn-lt"/>
          <a:ea typeface="+mn-ea"/>
          <a:cs typeface="+mn-cs"/>
        </a:defRPr>
      </a:lvl4pPr>
      <a:lvl5pPr marL="1242121" algn="l" defTabSz="621060" rtl="0" eaLnBrk="1" latinLnBrk="0" hangingPunct="1">
        <a:defRPr sz="1223" kern="1200">
          <a:solidFill>
            <a:schemeClr val="tx1"/>
          </a:solidFill>
          <a:latin typeface="+mn-lt"/>
          <a:ea typeface="+mn-ea"/>
          <a:cs typeface="+mn-cs"/>
        </a:defRPr>
      </a:lvl5pPr>
      <a:lvl6pPr marL="1552651" algn="l" defTabSz="621060" rtl="0" eaLnBrk="1" latinLnBrk="0" hangingPunct="1">
        <a:defRPr sz="1223" kern="1200">
          <a:solidFill>
            <a:schemeClr val="tx1"/>
          </a:solidFill>
          <a:latin typeface="+mn-lt"/>
          <a:ea typeface="+mn-ea"/>
          <a:cs typeface="+mn-cs"/>
        </a:defRPr>
      </a:lvl6pPr>
      <a:lvl7pPr marL="1863181" algn="l" defTabSz="621060" rtl="0" eaLnBrk="1" latinLnBrk="0" hangingPunct="1">
        <a:defRPr sz="1223" kern="1200">
          <a:solidFill>
            <a:schemeClr val="tx1"/>
          </a:solidFill>
          <a:latin typeface="+mn-lt"/>
          <a:ea typeface="+mn-ea"/>
          <a:cs typeface="+mn-cs"/>
        </a:defRPr>
      </a:lvl7pPr>
      <a:lvl8pPr marL="2173712" algn="l" defTabSz="621060" rtl="0" eaLnBrk="1" latinLnBrk="0" hangingPunct="1">
        <a:defRPr sz="1223" kern="1200">
          <a:solidFill>
            <a:schemeClr val="tx1"/>
          </a:solidFill>
          <a:latin typeface="+mn-lt"/>
          <a:ea typeface="+mn-ea"/>
          <a:cs typeface="+mn-cs"/>
        </a:defRPr>
      </a:lvl8pPr>
      <a:lvl9pPr marL="2484242" algn="l" defTabSz="621060" rtl="0" eaLnBrk="1" latinLnBrk="0" hangingPunct="1">
        <a:defRPr sz="12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avi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6" Type="http://schemas.openxmlformats.org/officeDocument/2006/relationships/video" Target="../media/media3.avi"/><Relationship Id="rId11" Type="http://schemas.openxmlformats.org/officeDocument/2006/relationships/image" Target="../media/image4.png"/><Relationship Id="rId5" Type="http://schemas.microsoft.com/office/2007/relationships/media" Target="../media/media3.avi"/><Relationship Id="rId10" Type="http://schemas.openxmlformats.org/officeDocument/2006/relationships/image" Target="../media/image3.png"/><Relationship Id="rId4" Type="http://schemas.openxmlformats.org/officeDocument/2006/relationships/video" Target="../media/media2.avi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직사각형 26">
            <a:extLst>
              <a:ext uri="{FF2B5EF4-FFF2-40B4-BE49-F238E27FC236}">
                <a16:creationId xmlns:a16="http://schemas.microsoft.com/office/drawing/2014/main" id="{92729726-9641-3E80-F073-323A25EBA8CC}"/>
              </a:ext>
            </a:extLst>
          </p:cNvPr>
          <p:cNvSpPr/>
          <p:nvPr/>
        </p:nvSpPr>
        <p:spPr>
          <a:xfrm>
            <a:off x="3507111" y="388349"/>
            <a:ext cx="479169" cy="4102054"/>
          </a:xfrm>
          <a:custGeom>
            <a:avLst/>
            <a:gdLst>
              <a:gd name="connsiteX0" fmla="*/ 0 w 452375"/>
              <a:gd name="connsiteY0" fmla="*/ 0 h 3872678"/>
              <a:gd name="connsiteX1" fmla="*/ 452375 w 452375"/>
              <a:gd name="connsiteY1" fmla="*/ 0 h 3872678"/>
              <a:gd name="connsiteX2" fmla="*/ 452375 w 452375"/>
              <a:gd name="connsiteY2" fmla="*/ 3872678 h 3872678"/>
              <a:gd name="connsiteX3" fmla="*/ 0 w 452375"/>
              <a:gd name="connsiteY3" fmla="*/ 3872678 h 3872678"/>
              <a:gd name="connsiteX4" fmla="*/ 0 w 452375"/>
              <a:gd name="connsiteY4" fmla="*/ 0 h 3872678"/>
              <a:gd name="connsiteX0" fmla="*/ 0 w 452375"/>
              <a:gd name="connsiteY0" fmla="*/ 0 h 3872678"/>
              <a:gd name="connsiteX1" fmla="*/ 447295 w 452375"/>
              <a:gd name="connsiteY1" fmla="*/ 482600 h 3872678"/>
              <a:gd name="connsiteX2" fmla="*/ 452375 w 452375"/>
              <a:gd name="connsiteY2" fmla="*/ 3872678 h 3872678"/>
              <a:gd name="connsiteX3" fmla="*/ 0 w 452375"/>
              <a:gd name="connsiteY3" fmla="*/ 3872678 h 3872678"/>
              <a:gd name="connsiteX4" fmla="*/ 0 w 452375"/>
              <a:gd name="connsiteY4" fmla="*/ 0 h 3872678"/>
              <a:gd name="connsiteX0" fmla="*/ 0 w 452375"/>
              <a:gd name="connsiteY0" fmla="*/ 0 h 3872678"/>
              <a:gd name="connsiteX1" fmla="*/ 447295 w 452375"/>
              <a:gd name="connsiteY1" fmla="*/ 482600 h 3872678"/>
              <a:gd name="connsiteX2" fmla="*/ 452375 w 452375"/>
              <a:gd name="connsiteY2" fmla="*/ 3872678 h 3872678"/>
              <a:gd name="connsiteX3" fmla="*/ 5080 w 452375"/>
              <a:gd name="connsiteY3" fmla="*/ 3776158 h 3872678"/>
              <a:gd name="connsiteX4" fmla="*/ 0 w 452375"/>
              <a:gd name="connsiteY4" fmla="*/ 0 h 3872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375" h="3872678">
                <a:moveTo>
                  <a:pt x="0" y="0"/>
                </a:moveTo>
                <a:lnTo>
                  <a:pt x="447295" y="482600"/>
                </a:lnTo>
                <a:cubicBezTo>
                  <a:pt x="448988" y="1612626"/>
                  <a:pt x="450682" y="2742652"/>
                  <a:pt x="452375" y="3872678"/>
                </a:cubicBezTo>
                <a:lnTo>
                  <a:pt x="5080" y="3776158"/>
                </a:lnTo>
                <a:cubicBezTo>
                  <a:pt x="3387" y="2517439"/>
                  <a:pt x="1693" y="1258719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5" name="[SHANA]time (7)">
            <a:hlinkClick r:id="" action="ppaction://media"/>
            <a:extLst>
              <a:ext uri="{FF2B5EF4-FFF2-40B4-BE49-F238E27FC236}">
                <a16:creationId xmlns:a16="http://schemas.microsoft.com/office/drawing/2014/main" id="{2CE2E703-ABF1-0662-0486-DE033F1422B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8"/>
          <a:srcRect l="20652" r="20679"/>
          <a:stretch/>
        </p:blipFill>
        <p:spPr>
          <a:xfrm>
            <a:off x="4048421" y="592236"/>
            <a:ext cx="3914016" cy="3752648"/>
          </a:xfrm>
          <a:prstGeom prst="snip2SameRect">
            <a:avLst>
              <a:gd name="adj1" fmla="val 25575"/>
              <a:gd name="adj2" fmla="val 0"/>
            </a:avLst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A48D706E-BECA-9781-2B3C-327222FADD0A}"/>
              </a:ext>
            </a:extLst>
          </p:cNvPr>
          <p:cNvSpPr txBox="1"/>
          <p:nvPr/>
        </p:nvSpPr>
        <p:spPr>
          <a:xfrm>
            <a:off x="4448802" y="3864785"/>
            <a:ext cx="993641" cy="35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Ceramic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4A0F6A7-F83A-D731-03FC-3DC2BC05BE80}"/>
              </a:ext>
            </a:extLst>
          </p:cNvPr>
          <p:cNvSpPr txBox="1"/>
          <p:nvPr/>
        </p:nvSpPr>
        <p:spPr>
          <a:xfrm>
            <a:off x="6519722" y="3864785"/>
            <a:ext cx="1037242" cy="35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66857175-FA31-54EA-4D51-AF4D1C76C859}"/>
              </a:ext>
            </a:extLst>
          </p:cNvPr>
          <p:cNvCxnSpPr/>
          <p:nvPr/>
        </p:nvCxnSpPr>
        <p:spPr>
          <a:xfrm flipH="1">
            <a:off x="7123464" y="2108612"/>
            <a:ext cx="170315" cy="2330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2FA7B14D-91C1-99D5-CE24-764A73E2DDCA}"/>
              </a:ext>
            </a:extLst>
          </p:cNvPr>
          <p:cNvSpPr/>
          <p:nvPr/>
        </p:nvSpPr>
        <p:spPr>
          <a:xfrm>
            <a:off x="3969633" y="908312"/>
            <a:ext cx="2017832" cy="3582091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2B1BF67E-2061-73E5-5FEE-575F795102EC}"/>
              </a:ext>
            </a:extLst>
          </p:cNvPr>
          <p:cNvCxnSpPr/>
          <p:nvPr/>
        </p:nvCxnSpPr>
        <p:spPr>
          <a:xfrm>
            <a:off x="4483650" y="2525711"/>
            <a:ext cx="170315" cy="215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BEEBE7E4-5B0C-2278-606D-F08E994200DD}"/>
              </a:ext>
            </a:extLst>
          </p:cNvPr>
          <p:cNvSpPr txBox="1"/>
          <p:nvPr/>
        </p:nvSpPr>
        <p:spPr>
          <a:xfrm>
            <a:off x="4634897" y="2771569"/>
            <a:ext cx="1099177" cy="624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[SHANA]time (5)">
            <a:hlinkClick r:id="" action="ppaction://media"/>
            <a:extLst>
              <a:ext uri="{FF2B5EF4-FFF2-40B4-BE49-F238E27FC236}">
                <a16:creationId xmlns:a16="http://schemas.microsoft.com/office/drawing/2014/main" id="{8EA247FE-222F-A70B-F1D3-5A361625A84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9"/>
          <a:srcRect t="7153" r="35738" b="21505"/>
          <a:stretch/>
        </p:blipFill>
        <p:spPr>
          <a:xfrm>
            <a:off x="472227" y="2483269"/>
            <a:ext cx="3032301" cy="1893588"/>
          </a:xfrm>
          <a:prstGeom prst="rect">
            <a:avLst/>
          </a:prstGeom>
        </p:spPr>
      </p:pic>
      <p:pic>
        <p:nvPicPr>
          <p:cNvPr id="112" name="[SHANA]time (2)">
            <a:hlinkClick r:id="" action="ppaction://media"/>
            <a:extLst>
              <a:ext uri="{FF2B5EF4-FFF2-40B4-BE49-F238E27FC236}">
                <a16:creationId xmlns:a16="http://schemas.microsoft.com/office/drawing/2014/main" id="{F2FA1668-CA67-C108-80CE-EF3515F06A9E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10"/>
          <a:srcRect t="6383" r="35136" b="20147"/>
          <a:stretch/>
        </p:blipFill>
        <p:spPr>
          <a:xfrm>
            <a:off x="443833" y="483245"/>
            <a:ext cx="3003962" cy="1913907"/>
          </a:xfrm>
          <a:prstGeom prst="rect">
            <a:avLst/>
          </a:prstGeom>
        </p:spPr>
      </p:pic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A3380D3A-01B4-173A-3F24-D608F768555F}"/>
              </a:ext>
            </a:extLst>
          </p:cNvPr>
          <p:cNvGrpSpPr/>
          <p:nvPr/>
        </p:nvGrpSpPr>
        <p:grpSpPr>
          <a:xfrm>
            <a:off x="1819122" y="525210"/>
            <a:ext cx="1498084" cy="628663"/>
            <a:chOff x="-2087494" y="2617041"/>
            <a:chExt cx="3210284" cy="1159449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69E8288B-8EC2-0283-601F-6A0FA2C9B663}"/>
                </a:ext>
              </a:extLst>
            </p:cNvPr>
            <p:cNvGrpSpPr/>
            <p:nvPr/>
          </p:nvGrpSpPr>
          <p:grpSpPr>
            <a:xfrm>
              <a:off x="-2087494" y="3141012"/>
              <a:ext cx="3210284" cy="635478"/>
              <a:chOff x="-2277994" y="4248019"/>
              <a:chExt cx="3210284" cy="635478"/>
            </a:xfrm>
          </p:grpSpPr>
          <p:pic>
            <p:nvPicPr>
              <p:cNvPr id="116" name="그림 115">
                <a:extLst>
                  <a:ext uri="{FF2B5EF4-FFF2-40B4-BE49-F238E27FC236}">
                    <a16:creationId xmlns:a16="http://schemas.microsoft.com/office/drawing/2014/main" id="{4BAB091C-2AC3-E14C-A129-691A52915D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l="51303" t="7819" r="16250" b="12605"/>
              <a:stretch/>
            </p:blipFill>
            <p:spPr>
              <a:xfrm rot="5400000">
                <a:off x="-748666" y="3248465"/>
                <a:ext cx="204680" cy="2203788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3873BF9B-CE71-42FA-7EA2-61839A9DD9F1}"/>
                  </a:ext>
                </a:extLst>
              </p:cNvPr>
              <p:cNvGrpSpPr/>
              <p:nvPr/>
            </p:nvGrpSpPr>
            <p:grpSpPr>
              <a:xfrm>
                <a:off x="-2277994" y="4372430"/>
                <a:ext cx="3210284" cy="511067"/>
                <a:chOff x="-2277994" y="4372430"/>
                <a:chExt cx="3210284" cy="511067"/>
              </a:xfrm>
            </p:grpSpPr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5E9E81FF-8EE0-56DD-6CB2-8664E6639940}"/>
                    </a:ext>
                  </a:extLst>
                </p:cNvPr>
                <p:cNvSpPr txBox="1"/>
                <p:nvPr/>
              </p:nvSpPr>
              <p:spPr>
                <a:xfrm>
                  <a:off x="-2277994" y="4372430"/>
                  <a:ext cx="1059553" cy="5110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1250</a:t>
                  </a:r>
                  <a:endParaRPr lang="ko-KR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A73AA9EB-227D-0748-2FD7-0F330E529446}"/>
                    </a:ext>
                  </a:extLst>
                </p:cNvPr>
                <p:cNvSpPr txBox="1"/>
                <p:nvPr/>
              </p:nvSpPr>
              <p:spPr>
                <a:xfrm>
                  <a:off x="-127263" y="4372430"/>
                  <a:ext cx="1059553" cy="5110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2450</a:t>
                  </a:r>
                  <a:endParaRPr lang="ko-KR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FC0AD15-4051-6D8B-7C1D-D46646BA4941}"/>
                </a:ext>
              </a:extLst>
            </p:cNvPr>
            <p:cNvSpPr txBox="1"/>
            <p:nvPr/>
          </p:nvSpPr>
          <p:spPr>
            <a:xfrm>
              <a:off x="-1740890" y="2617041"/>
              <a:ext cx="2769686" cy="511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Temperature [K]</a:t>
              </a:r>
              <a:endParaRPr lang="ko-KR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A0D7A76C-43F0-5A94-2AC7-81AB6908F7B6}"/>
              </a:ext>
            </a:extLst>
          </p:cNvPr>
          <p:cNvGrpSpPr/>
          <p:nvPr/>
        </p:nvGrpSpPr>
        <p:grpSpPr>
          <a:xfrm>
            <a:off x="1965403" y="2789011"/>
            <a:ext cx="1386022" cy="344561"/>
            <a:chOff x="-2464212" y="4248019"/>
            <a:chExt cx="2970141" cy="635479"/>
          </a:xfrm>
        </p:grpSpPr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2FD6A49A-BFA7-BA36-17D4-2020520E63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51303" t="7819" r="16250" b="12605"/>
            <a:stretch/>
          </p:blipFill>
          <p:spPr>
            <a:xfrm rot="16200000" flipH="1">
              <a:off x="-1054957" y="3248465"/>
              <a:ext cx="204680" cy="2203787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C772D965-E2E2-88DB-E201-3EC3156815F0}"/>
                </a:ext>
              </a:extLst>
            </p:cNvPr>
            <p:cNvGrpSpPr/>
            <p:nvPr/>
          </p:nvGrpSpPr>
          <p:grpSpPr>
            <a:xfrm>
              <a:off x="-2464212" y="4372430"/>
              <a:ext cx="2970141" cy="511068"/>
              <a:chOff x="-2464212" y="4372430"/>
              <a:chExt cx="2970141" cy="511068"/>
            </a:xfrm>
          </p:grpSpPr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73DD387-7F7F-87D4-9E0B-206F91108C3B}"/>
                  </a:ext>
                </a:extLst>
              </p:cNvPr>
              <p:cNvSpPr txBox="1"/>
              <p:nvPr/>
            </p:nvSpPr>
            <p:spPr>
              <a:xfrm>
                <a:off x="-2464212" y="4372430"/>
                <a:ext cx="819406" cy="511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DC77690-27E8-A9A1-9288-4D9F9CC37B8A}"/>
                  </a:ext>
                </a:extLst>
              </p:cNvPr>
              <p:cNvSpPr txBox="1"/>
              <p:nvPr/>
            </p:nvSpPr>
            <p:spPr>
              <a:xfrm>
                <a:off x="-313477" y="4372430"/>
                <a:ext cx="819406" cy="511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1.0</a:t>
                </a:r>
                <a:endPara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D38970E5-D5D9-C1B5-97E7-672C59B0CA80}"/>
              </a:ext>
            </a:extLst>
          </p:cNvPr>
          <p:cNvSpPr txBox="1"/>
          <p:nvPr/>
        </p:nvSpPr>
        <p:spPr>
          <a:xfrm>
            <a:off x="2187429" y="2508457"/>
            <a:ext cx="1059858" cy="277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fraction</a:t>
            </a:r>
            <a:endParaRPr lang="ko-KR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D3CC31D-8424-B0AA-6497-112D9AEAD13F}"/>
              </a:ext>
            </a:extLst>
          </p:cNvPr>
          <p:cNvSpPr/>
          <p:nvPr/>
        </p:nvSpPr>
        <p:spPr>
          <a:xfrm>
            <a:off x="443833" y="424446"/>
            <a:ext cx="3074607" cy="3952407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328C537-8DF7-87CA-3E34-E66D75776B61}"/>
              </a:ext>
            </a:extLst>
          </p:cNvPr>
          <p:cNvSpPr txBox="1"/>
          <p:nvPr/>
        </p:nvSpPr>
        <p:spPr>
          <a:xfrm>
            <a:off x="3915820" y="189546"/>
            <a:ext cx="1476289" cy="4442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2060"/>
                </a:solidFill>
                <a:latin typeface="Arial Nova Cond" panose="020B0506020202020204" pitchFamily="34" charset="0"/>
                <a:cs typeface="Times New Roman" panose="02020603050405020304" pitchFamily="18" charset="0"/>
              </a:rPr>
              <a:t>VULCANO Experiment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Arial Nova Cond" panose="020B0506020202020204" pitchFamily="34" charset="0"/>
                <a:cs typeface="Times New Roman" panose="02020603050405020304" pitchFamily="18" charset="0"/>
              </a:rPr>
              <a:t>(Wide mushy Zone)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Arial Nova Cond" panose="020B0506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49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83" fill="hold"/>
                                        <p:tgtEl>
                                          <p:spTgt spid="1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0016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983" fill="hold"/>
                                        <p:tgtEl>
                                          <p:spTgt spid="9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95"/>
                </p:tgtEl>
              </p:cMediaNode>
            </p:video>
            <p:video>
              <p:cMediaNode vol="80000">
                <p:cTn id="12" repeatCount="indefinite" display="0">
                  <p:stCondLst>
                    <p:cond delay="indefinite"/>
                  </p:stCondLst>
                </p:cTn>
                <p:tgtEl>
                  <p:spTgt spid="112"/>
                </p:tgtEl>
              </p:cMediaNode>
            </p:video>
            <p:video>
              <p:cMediaNode vol="80000">
                <p:cTn id="13" repeatCount="indefinite" display="0">
                  <p:stCondLst>
                    <p:cond delay="indefinite"/>
                  </p:stCondLst>
                </p:cTn>
                <p:tgtEl>
                  <p:spTgt spid="101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21</Words>
  <Application>Microsoft Office PowerPoint</Application>
  <PresentationFormat>사용자 지정</PresentationFormat>
  <Paragraphs>11</Paragraphs>
  <Slides>1</Slides>
  <Notes>0</Notes>
  <HiddenSlides>0</HiddenSlides>
  <MMClips>3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Nova Cond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희상 유</dc:creator>
  <cp:lastModifiedBy>희상 유</cp:lastModifiedBy>
  <cp:revision>1</cp:revision>
  <dcterms:created xsi:type="dcterms:W3CDTF">2026-08-01T12:19:19Z</dcterms:created>
  <dcterms:modified xsi:type="dcterms:W3CDTF">2026-08-01T12:20:50Z</dcterms:modified>
</cp:coreProperties>
</file>