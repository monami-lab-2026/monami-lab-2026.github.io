
<file path=[Content_Types].xml><?xml version="1.0" encoding="utf-8"?>
<Types xmlns="http://schemas.openxmlformats.org/package/2006/content-types">
  <Default Extension="avi" ContentType="video/x-msvideo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0080625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9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078" y="1001553"/>
            <a:ext cx="7560469" cy="2130602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078" y="3214319"/>
            <a:ext cx="7560469" cy="1477538"/>
          </a:xfrm>
        </p:spPr>
        <p:txBody>
          <a:bodyPr/>
          <a:lstStyle>
            <a:lvl1pPr marL="0" indent="0" algn="ctr">
              <a:buNone/>
              <a:defRPr sz="1984"/>
            </a:lvl1pPr>
            <a:lvl2pPr marL="378013" indent="0" algn="ctr">
              <a:buNone/>
              <a:defRPr sz="1654"/>
            </a:lvl2pPr>
            <a:lvl3pPr marL="756026" indent="0" algn="ctr">
              <a:buNone/>
              <a:defRPr sz="1488"/>
            </a:lvl3pPr>
            <a:lvl4pPr marL="1134039" indent="0" algn="ctr">
              <a:buNone/>
              <a:defRPr sz="1323"/>
            </a:lvl4pPr>
            <a:lvl5pPr marL="1512052" indent="0" algn="ctr">
              <a:buNone/>
              <a:defRPr sz="1323"/>
            </a:lvl5pPr>
            <a:lvl6pPr marL="1890065" indent="0" algn="ctr">
              <a:buNone/>
              <a:defRPr sz="1323"/>
            </a:lvl6pPr>
            <a:lvl7pPr marL="2268078" indent="0" algn="ctr">
              <a:buNone/>
              <a:defRPr sz="1323"/>
            </a:lvl7pPr>
            <a:lvl8pPr marL="2646091" indent="0" algn="ctr">
              <a:buNone/>
              <a:defRPr sz="1323"/>
            </a:lvl8pPr>
            <a:lvl9pPr marL="3024104" indent="0" algn="ctr">
              <a:buNone/>
              <a:defRPr sz="132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E46C6-3A9D-4614-BCA4-4D448A26B1CF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FBDE9-793D-494D-AC44-67CF7864C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732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E46C6-3A9D-4614-BCA4-4D448A26B1CF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FBDE9-793D-494D-AC44-67CF7864C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812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793" y="1525704"/>
            <a:ext cx="8694539" cy="2545672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793" y="4095459"/>
            <a:ext cx="8694539" cy="1338709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8013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026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03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0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06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07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09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104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E46C6-3A9D-4614-BCA4-4D448A26B1CF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FBDE9-793D-494D-AC44-67CF7864C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662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3043" y="1629117"/>
            <a:ext cx="4284266" cy="388296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3316" y="1629117"/>
            <a:ext cx="4284266" cy="388296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E46C6-3A9D-4614-BCA4-4D448A26B1CF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FBDE9-793D-494D-AC44-67CF7864C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073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325824"/>
            <a:ext cx="8694539" cy="118288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4357" y="1500205"/>
            <a:ext cx="4264576" cy="735227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8013" indent="0">
              <a:buNone/>
              <a:defRPr sz="1654" b="1"/>
            </a:lvl2pPr>
            <a:lvl3pPr marL="756026" indent="0">
              <a:buNone/>
              <a:defRPr sz="1488" b="1"/>
            </a:lvl3pPr>
            <a:lvl4pPr marL="1134039" indent="0">
              <a:buNone/>
              <a:defRPr sz="1323" b="1"/>
            </a:lvl4pPr>
            <a:lvl5pPr marL="1512052" indent="0">
              <a:buNone/>
              <a:defRPr sz="1323" b="1"/>
            </a:lvl5pPr>
            <a:lvl6pPr marL="1890065" indent="0">
              <a:buNone/>
              <a:defRPr sz="1323" b="1"/>
            </a:lvl6pPr>
            <a:lvl7pPr marL="2268078" indent="0">
              <a:buNone/>
              <a:defRPr sz="1323" b="1"/>
            </a:lvl7pPr>
            <a:lvl8pPr marL="2646091" indent="0">
              <a:buNone/>
              <a:defRPr sz="1323" b="1"/>
            </a:lvl8pPr>
            <a:lvl9pPr marL="3024104" indent="0">
              <a:buNone/>
              <a:defRPr sz="132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57" y="2235432"/>
            <a:ext cx="4264576" cy="32879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316" y="1500205"/>
            <a:ext cx="4285579" cy="735227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8013" indent="0">
              <a:buNone/>
              <a:defRPr sz="1654" b="1"/>
            </a:lvl2pPr>
            <a:lvl3pPr marL="756026" indent="0">
              <a:buNone/>
              <a:defRPr sz="1488" b="1"/>
            </a:lvl3pPr>
            <a:lvl4pPr marL="1134039" indent="0">
              <a:buNone/>
              <a:defRPr sz="1323" b="1"/>
            </a:lvl4pPr>
            <a:lvl5pPr marL="1512052" indent="0">
              <a:buNone/>
              <a:defRPr sz="1323" b="1"/>
            </a:lvl5pPr>
            <a:lvl6pPr marL="1890065" indent="0">
              <a:buNone/>
              <a:defRPr sz="1323" b="1"/>
            </a:lvl6pPr>
            <a:lvl7pPr marL="2268078" indent="0">
              <a:buNone/>
              <a:defRPr sz="1323" b="1"/>
            </a:lvl7pPr>
            <a:lvl8pPr marL="2646091" indent="0">
              <a:buNone/>
              <a:defRPr sz="1323" b="1"/>
            </a:lvl8pPr>
            <a:lvl9pPr marL="3024104" indent="0">
              <a:buNone/>
              <a:defRPr sz="132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316" y="2235432"/>
            <a:ext cx="4285579" cy="32879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E46C6-3A9D-4614-BCA4-4D448A26B1CF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FBDE9-793D-494D-AC44-67CF7864C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901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E46C6-3A9D-4614-BCA4-4D448A26B1CF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FBDE9-793D-494D-AC44-67CF7864C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550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E46C6-3A9D-4614-BCA4-4D448A26B1CF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FBDE9-793D-494D-AC44-67CF7864C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421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407988"/>
            <a:ext cx="3251264" cy="14279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579" y="881140"/>
            <a:ext cx="5103316" cy="4349034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4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4356" y="1835944"/>
            <a:ext cx="3251264" cy="3401313"/>
          </a:xfrm>
        </p:spPr>
        <p:txBody>
          <a:bodyPr/>
          <a:lstStyle>
            <a:lvl1pPr marL="0" indent="0">
              <a:buNone/>
              <a:defRPr sz="1323"/>
            </a:lvl1pPr>
            <a:lvl2pPr marL="378013" indent="0">
              <a:buNone/>
              <a:defRPr sz="1158"/>
            </a:lvl2pPr>
            <a:lvl3pPr marL="756026" indent="0">
              <a:buNone/>
              <a:defRPr sz="992"/>
            </a:lvl3pPr>
            <a:lvl4pPr marL="1134039" indent="0">
              <a:buNone/>
              <a:defRPr sz="827"/>
            </a:lvl4pPr>
            <a:lvl5pPr marL="1512052" indent="0">
              <a:buNone/>
              <a:defRPr sz="827"/>
            </a:lvl5pPr>
            <a:lvl6pPr marL="1890065" indent="0">
              <a:buNone/>
              <a:defRPr sz="827"/>
            </a:lvl6pPr>
            <a:lvl7pPr marL="2268078" indent="0">
              <a:buNone/>
              <a:defRPr sz="827"/>
            </a:lvl7pPr>
            <a:lvl8pPr marL="2646091" indent="0">
              <a:buNone/>
              <a:defRPr sz="827"/>
            </a:lvl8pPr>
            <a:lvl9pPr marL="3024104" indent="0">
              <a:buNone/>
              <a:defRPr sz="82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E46C6-3A9D-4614-BCA4-4D448A26B1CF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FBDE9-793D-494D-AC44-67CF7864C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249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407988"/>
            <a:ext cx="3251264" cy="14279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85579" y="881140"/>
            <a:ext cx="5103316" cy="4349034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13" indent="0">
              <a:buNone/>
              <a:defRPr sz="2315"/>
            </a:lvl2pPr>
            <a:lvl3pPr marL="756026" indent="0">
              <a:buNone/>
              <a:defRPr sz="1984"/>
            </a:lvl3pPr>
            <a:lvl4pPr marL="1134039" indent="0">
              <a:buNone/>
              <a:defRPr sz="1654"/>
            </a:lvl4pPr>
            <a:lvl5pPr marL="1512052" indent="0">
              <a:buNone/>
              <a:defRPr sz="1654"/>
            </a:lvl5pPr>
            <a:lvl6pPr marL="1890065" indent="0">
              <a:buNone/>
              <a:defRPr sz="1654"/>
            </a:lvl6pPr>
            <a:lvl7pPr marL="2268078" indent="0">
              <a:buNone/>
              <a:defRPr sz="1654"/>
            </a:lvl7pPr>
            <a:lvl8pPr marL="2646091" indent="0">
              <a:buNone/>
              <a:defRPr sz="1654"/>
            </a:lvl8pPr>
            <a:lvl9pPr marL="3024104" indent="0">
              <a:buNone/>
              <a:defRPr sz="1654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4356" y="1835944"/>
            <a:ext cx="3251264" cy="3401313"/>
          </a:xfrm>
        </p:spPr>
        <p:txBody>
          <a:bodyPr/>
          <a:lstStyle>
            <a:lvl1pPr marL="0" indent="0">
              <a:buNone/>
              <a:defRPr sz="1323"/>
            </a:lvl1pPr>
            <a:lvl2pPr marL="378013" indent="0">
              <a:buNone/>
              <a:defRPr sz="1158"/>
            </a:lvl2pPr>
            <a:lvl3pPr marL="756026" indent="0">
              <a:buNone/>
              <a:defRPr sz="992"/>
            </a:lvl3pPr>
            <a:lvl4pPr marL="1134039" indent="0">
              <a:buNone/>
              <a:defRPr sz="827"/>
            </a:lvl4pPr>
            <a:lvl5pPr marL="1512052" indent="0">
              <a:buNone/>
              <a:defRPr sz="827"/>
            </a:lvl5pPr>
            <a:lvl6pPr marL="1890065" indent="0">
              <a:buNone/>
              <a:defRPr sz="827"/>
            </a:lvl6pPr>
            <a:lvl7pPr marL="2268078" indent="0">
              <a:buNone/>
              <a:defRPr sz="827"/>
            </a:lvl7pPr>
            <a:lvl8pPr marL="2646091" indent="0">
              <a:buNone/>
              <a:defRPr sz="827"/>
            </a:lvl8pPr>
            <a:lvl9pPr marL="3024104" indent="0">
              <a:buNone/>
              <a:defRPr sz="82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E46C6-3A9D-4614-BCA4-4D448A26B1CF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FBDE9-793D-494D-AC44-67CF7864C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240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E46C6-3A9D-4614-BCA4-4D448A26B1CF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FBDE9-793D-494D-AC44-67CF7864C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569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13947" y="325823"/>
            <a:ext cx="2173635" cy="518625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3043" y="325823"/>
            <a:ext cx="6394896" cy="518625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E46C6-3A9D-4614-BCA4-4D448A26B1CF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FBDE9-793D-494D-AC44-67CF7864C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79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3043" y="325824"/>
            <a:ext cx="8694539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043" y="1629117"/>
            <a:ext cx="8694539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043" y="5672161"/>
            <a:ext cx="2268141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8E46C6-3A9D-4614-BCA4-4D448A26B1CF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9207" y="5672161"/>
            <a:ext cx="3402211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441" y="5672161"/>
            <a:ext cx="2268141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9FBDE9-793D-494D-AC44-67CF7864C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791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026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06" indent="-189006" algn="l" defTabSz="756026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19" indent="-189006" algn="l" defTabSz="75602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5032" indent="-189006" algn="l" defTabSz="75602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045" indent="-189006" algn="l" defTabSz="75602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058" indent="-189006" algn="l" defTabSz="75602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071" indent="-189006" algn="l" defTabSz="75602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084" indent="-189006" algn="l" defTabSz="75602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097" indent="-189006" algn="l" defTabSz="75602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110" indent="-189006" algn="l" defTabSz="75602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02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13" algn="l" defTabSz="75602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026" algn="l" defTabSz="75602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039" algn="l" defTabSz="75602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052" algn="l" defTabSz="75602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065" algn="l" defTabSz="75602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078" algn="l" defTabSz="75602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091" algn="l" defTabSz="75602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104" algn="l" defTabSz="75602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521.PNG"/><Relationship Id="rId12" Type="http://schemas.openxmlformats.org/officeDocument/2006/relationships/image" Target="../media/image4.png"/><Relationship Id="rId2" Type="http://schemas.openxmlformats.org/officeDocument/2006/relationships/video" Target="../media/media1.avi"/><Relationship Id="rId1" Type="http://schemas.microsoft.com/office/2007/relationships/media" Target="../media/media1.avi"/><Relationship Id="rId11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37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[SHANA]6-5.re100_linear">
            <a:hlinkClick r:id="" action="ppaction://media"/>
            <a:extLst>
              <a:ext uri="{FF2B5EF4-FFF2-40B4-BE49-F238E27FC236}">
                <a16:creationId xmlns:a16="http://schemas.microsoft.com/office/drawing/2014/main" id="{7032AFA0-FC83-0C55-EE41-6CE1C01FF6F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l="8037" t="9006" r="9227" b="9116"/>
          <a:stretch>
            <a:fillRect/>
          </a:stretch>
        </p:blipFill>
        <p:spPr>
          <a:xfrm>
            <a:off x="832812" y="719291"/>
            <a:ext cx="8000695" cy="4453632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6251A29D-9AE7-407F-CB7A-71020E86DEBF}"/>
              </a:ext>
            </a:extLst>
          </p:cNvPr>
          <p:cNvGrpSpPr/>
          <p:nvPr/>
        </p:nvGrpSpPr>
        <p:grpSpPr>
          <a:xfrm>
            <a:off x="233587" y="512218"/>
            <a:ext cx="8599918" cy="5123924"/>
            <a:chOff x="477950" y="1604000"/>
            <a:chExt cx="8130275" cy="4844105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536E70FD-6534-0C6C-F871-955BA7F8D6C2}"/>
                </a:ext>
              </a:extLst>
            </p:cNvPr>
            <p:cNvGrpSpPr/>
            <p:nvPr/>
          </p:nvGrpSpPr>
          <p:grpSpPr>
            <a:xfrm>
              <a:off x="926592" y="1795815"/>
              <a:ext cx="117858" cy="4214368"/>
              <a:chOff x="926592" y="1795815"/>
              <a:chExt cx="117858" cy="4214368"/>
            </a:xfrm>
          </p:grpSpPr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CE1FC814-96AA-0686-9CD1-6936DD05CF72}"/>
                  </a:ext>
                </a:extLst>
              </p:cNvPr>
              <p:cNvCxnSpPr/>
              <p:nvPr/>
            </p:nvCxnSpPr>
            <p:spPr>
              <a:xfrm>
                <a:off x="926592" y="6010183"/>
                <a:ext cx="117858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9E959FF5-3459-EBE7-BEB6-83C8AAAA9F85}"/>
                  </a:ext>
                </a:extLst>
              </p:cNvPr>
              <p:cNvCxnSpPr/>
              <p:nvPr/>
            </p:nvCxnSpPr>
            <p:spPr>
              <a:xfrm>
                <a:off x="926592" y="4605393"/>
                <a:ext cx="117858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25F79982-98BD-0229-98A3-74CB7196D0F4}"/>
                  </a:ext>
                </a:extLst>
              </p:cNvPr>
              <p:cNvCxnSpPr/>
              <p:nvPr/>
            </p:nvCxnSpPr>
            <p:spPr>
              <a:xfrm>
                <a:off x="926592" y="3200604"/>
                <a:ext cx="117858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연결선 27">
                <a:extLst>
                  <a:ext uri="{FF2B5EF4-FFF2-40B4-BE49-F238E27FC236}">
                    <a16:creationId xmlns:a16="http://schemas.microsoft.com/office/drawing/2014/main" id="{E856D2DB-E7C0-3CCE-ED7B-0043171CAB80}"/>
                  </a:ext>
                </a:extLst>
              </p:cNvPr>
              <p:cNvCxnSpPr/>
              <p:nvPr/>
            </p:nvCxnSpPr>
            <p:spPr>
              <a:xfrm>
                <a:off x="926592" y="1795815"/>
                <a:ext cx="117858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3ECC4ADB-243A-E415-2E02-D9F7CE758E19}"/>
                </a:ext>
              </a:extLst>
            </p:cNvPr>
            <p:cNvGrpSpPr/>
            <p:nvPr/>
          </p:nvGrpSpPr>
          <p:grpSpPr>
            <a:xfrm rot="5400000">
              <a:off x="3092705" y="3961927"/>
              <a:ext cx="117858" cy="4214368"/>
              <a:chOff x="926592" y="1795815"/>
              <a:chExt cx="117858" cy="4214368"/>
            </a:xfrm>
          </p:grpSpPr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1BA7D0C7-FA96-EE45-F309-74F775F2CEC1}"/>
                  </a:ext>
                </a:extLst>
              </p:cNvPr>
              <p:cNvCxnSpPr/>
              <p:nvPr/>
            </p:nvCxnSpPr>
            <p:spPr>
              <a:xfrm>
                <a:off x="926592" y="6010183"/>
                <a:ext cx="117858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직선 연결선 21">
                <a:extLst>
                  <a:ext uri="{FF2B5EF4-FFF2-40B4-BE49-F238E27FC236}">
                    <a16:creationId xmlns:a16="http://schemas.microsoft.com/office/drawing/2014/main" id="{6B937663-51B5-DD13-FFCE-D53E498E98F3}"/>
                  </a:ext>
                </a:extLst>
              </p:cNvPr>
              <p:cNvCxnSpPr/>
              <p:nvPr/>
            </p:nvCxnSpPr>
            <p:spPr>
              <a:xfrm>
                <a:off x="926592" y="4605393"/>
                <a:ext cx="117858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직선 연결선 22">
                <a:extLst>
                  <a:ext uri="{FF2B5EF4-FFF2-40B4-BE49-F238E27FC236}">
                    <a16:creationId xmlns:a16="http://schemas.microsoft.com/office/drawing/2014/main" id="{95F1C70A-8F9B-7E28-D8E6-D4FE3F9C3881}"/>
                  </a:ext>
                </a:extLst>
              </p:cNvPr>
              <p:cNvCxnSpPr/>
              <p:nvPr/>
            </p:nvCxnSpPr>
            <p:spPr>
              <a:xfrm>
                <a:off x="926592" y="3200604"/>
                <a:ext cx="117858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508CBA27-B754-F37F-F66D-461D8E62C878}"/>
                  </a:ext>
                </a:extLst>
              </p:cNvPr>
              <p:cNvCxnSpPr/>
              <p:nvPr/>
            </p:nvCxnSpPr>
            <p:spPr>
              <a:xfrm>
                <a:off x="926592" y="1795815"/>
                <a:ext cx="117858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1E35EDD9-0F38-D4DD-9AC8-6E427E2BB5F9}"/>
                </a:ext>
              </a:extLst>
            </p:cNvPr>
            <p:cNvCxnSpPr/>
            <p:nvPr/>
          </p:nvCxnSpPr>
          <p:spPr>
            <a:xfrm rot="5400000">
              <a:off x="6604679" y="6069111"/>
              <a:ext cx="11785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77F8B522-6C88-B382-57D8-39D5796861E5}"/>
                </a:ext>
              </a:extLst>
            </p:cNvPr>
            <p:cNvCxnSpPr/>
            <p:nvPr/>
          </p:nvCxnSpPr>
          <p:spPr>
            <a:xfrm rot="5400000">
              <a:off x="8009468" y="6069111"/>
              <a:ext cx="11785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01FD695-EC6A-C418-1836-3595E07B0401}"/>
                </a:ext>
              </a:extLst>
            </p:cNvPr>
            <p:cNvSpPr txBox="1"/>
            <p:nvPr/>
          </p:nvSpPr>
          <p:spPr>
            <a:xfrm>
              <a:off x="687041" y="5840905"/>
              <a:ext cx="277633" cy="3200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dirty="0"/>
                <a:t>0</a:t>
              </a:r>
              <a:endParaRPr lang="ko-KR" altLang="en-US" sz="16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AD9D646-F9BA-47C4-C2FC-A4CF8B72ADE6}"/>
                </a:ext>
              </a:extLst>
            </p:cNvPr>
            <p:cNvSpPr txBox="1"/>
            <p:nvPr/>
          </p:nvSpPr>
          <p:spPr>
            <a:xfrm>
              <a:off x="670210" y="4432167"/>
              <a:ext cx="315520" cy="3200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dirty="0"/>
                <a:t>H</a:t>
              </a:r>
              <a:endParaRPr lang="ko-KR" altLang="en-US" sz="1600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E0996B5-9AD9-9417-6BF9-80DA3EB6BAA2}"/>
                </a:ext>
              </a:extLst>
            </p:cNvPr>
            <p:cNvSpPr txBox="1"/>
            <p:nvPr/>
          </p:nvSpPr>
          <p:spPr>
            <a:xfrm>
              <a:off x="539565" y="3023429"/>
              <a:ext cx="418571" cy="3200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dirty="0"/>
                <a:t>2H</a:t>
              </a:r>
              <a:endParaRPr lang="ko-KR" altLang="en-US" sz="1600" b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8EA76DA-894C-7C42-40C4-D8BF79164AAE}"/>
                </a:ext>
              </a:extLst>
            </p:cNvPr>
            <p:cNvSpPr txBox="1"/>
            <p:nvPr/>
          </p:nvSpPr>
          <p:spPr>
            <a:xfrm>
              <a:off x="477950" y="1604000"/>
              <a:ext cx="418571" cy="3200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dirty="0"/>
                <a:t>3H</a:t>
              </a:r>
              <a:endParaRPr lang="ko-KR" altLang="en-US" sz="1600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4493060-AF33-6A86-43A4-C360449585F4}"/>
                </a:ext>
              </a:extLst>
            </p:cNvPr>
            <p:cNvSpPr txBox="1"/>
            <p:nvPr/>
          </p:nvSpPr>
          <p:spPr>
            <a:xfrm>
              <a:off x="895209" y="6128040"/>
              <a:ext cx="277633" cy="3200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dirty="0"/>
                <a:t>0</a:t>
              </a:r>
              <a:endParaRPr lang="ko-KR" altLang="en-US" sz="1600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4BF0082-6F76-1435-0308-B2357D0B54C9}"/>
                </a:ext>
              </a:extLst>
            </p:cNvPr>
            <p:cNvSpPr txBox="1"/>
            <p:nvPr/>
          </p:nvSpPr>
          <p:spPr>
            <a:xfrm>
              <a:off x="2283167" y="6128040"/>
              <a:ext cx="315520" cy="3200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dirty="0"/>
                <a:t>H</a:t>
              </a:r>
              <a:endParaRPr lang="ko-KR" altLang="en-US" sz="1600" b="1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31E2680-AEA0-61E1-F61F-9861FB2D78D6}"/>
                </a:ext>
              </a:extLst>
            </p:cNvPr>
            <p:cNvSpPr txBox="1"/>
            <p:nvPr/>
          </p:nvSpPr>
          <p:spPr>
            <a:xfrm>
              <a:off x="3631051" y="6128040"/>
              <a:ext cx="418571" cy="3200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dirty="0"/>
                <a:t>2H</a:t>
              </a:r>
              <a:endParaRPr lang="ko-KR" altLang="en-US" sz="1600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D51A25A-83EE-29FE-2A05-8532A154B728}"/>
                </a:ext>
              </a:extLst>
            </p:cNvPr>
            <p:cNvSpPr txBox="1"/>
            <p:nvPr/>
          </p:nvSpPr>
          <p:spPr>
            <a:xfrm>
              <a:off x="5035839" y="6128040"/>
              <a:ext cx="418571" cy="3200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dirty="0"/>
                <a:t>3H</a:t>
              </a:r>
              <a:endParaRPr lang="ko-KR" altLang="en-US" sz="1600" b="1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D4714BB-EACC-C9BC-5DE5-622B2B3FB942}"/>
                </a:ext>
              </a:extLst>
            </p:cNvPr>
            <p:cNvSpPr txBox="1"/>
            <p:nvPr/>
          </p:nvSpPr>
          <p:spPr>
            <a:xfrm>
              <a:off x="6440627" y="6128040"/>
              <a:ext cx="418571" cy="3200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dirty="0"/>
                <a:t>4H</a:t>
              </a:r>
              <a:endParaRPr lang="ko-KR" altLang="en-US" sz="1600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F6C7737-22C2-613F-5D94-52F319795DE7}"/>
                </a:ext>
              </a:extLst>
            </p:cNvPr>
            <p:cNvSpPr txBox="1"/>
            <p:nvPr/>
          </p:nvSpPr>
          <p:spPr>
            <a:xfrm>
              <a:off x="7845415" y="6128040"/>
              <a:ext cx="418571" cy="3200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dirty="0"/>
                <a:t>5H</a:t>
              </a:r>
              <a:endParaRPr lang="ko-KR" altLang="en-US" sz="1600" b="1" dirty="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3AEBCA18-3EAF-4A65-8BC9-410819FFA257}"/>
                </a:ext>
              </a:extLst>
            </p:cNvPr>
            <p:cNvSpPr/>
            <p:nvPr/>
          </p:nvSpPr>
          <p:spPr>
            <a:xfrm>
              <a:off x="1044450" y="1799765"/>
              <a:ext cx="7563775" cy="421041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7BE9930A-F888-F20B-2EC2-27C06C394DB3}"/>
              </a:ext>
            </a:extLst>
          </p:cNvPr>
          <p:cNvGrpSpPr/>
          <p:nvPr/>
        </p:nvGrpSpPr>
        <p:grpSpPr>
          <a:xfrm>
            <a:off x="9009171" y="3377991"/>
            <a:ext cx="797013" cy="1894238"/>
            <a:chOff x="5408718" y="962927"/>
            <a:chExt cx="797013" cy="1894240"/>
          </a:xfrm>
        </p:grpSpPr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8764E1EA-493E-DFB6-CBEF-B3DFE22A485D}"/>
                </a:ext>
              </a:extLst>
            </p:cNvPr>
            <p:cNvCxnSpPr/>
            <p:nvPr/>
          </p:nvCxnSpPr>
          <p:spPr>
            <a:xfrm>
              <a:off x="5553812" y="2034047"/>
              <a:ext cx="17139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D0848F61-5E68-7EFD-5C05-1CA4B9D929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303" t="7694" r="80889" b="5176"/>
            <a:stretch/>
          </p:blipFill>
          <p:spPr>
            <a:xfrm>
              <a:off x="5518205" y="1382107"/>
              <a:ext cx="142240" cy="1305782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2711F793-DD05-7C17-201D-96EB2A105905}"/>
                </a:ext>
              </a:extLst>
            </p:cNvPr>
            <p:cNvCxnSpPr/>
            <p:nvPr/>
          </p:nvCxnSpPr>
          <p:spPr>
            <a:xfrm>
              <a:off x="5553812" y="1374487"/>
              <a:ext cx="17139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9924AB16-D68D-1550-D8BA-81DD9784B4D2}"/>
                </a:ext>
              </a:extLst>
            </p:cNvPr>
            <p:cNvCxnSpPr/>
            <p:nvPr/>
          </p:nvCxnSpPr>
          <p:spPr>
            <a:xfrm>
              <a:off x="5553812" y="2693605"/>
              <a:ext cx="17139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F040877-A906-AD5E-95C1-BA27E97A6AE5}"/>
                </a:ext>
              </a:extLst>
            </p:cNvPr>
            <p:cNvSpPr txBox="1"/>
            <p:nvPr/>
          </p:nvSpPr>
          <p:spPr>
            <a:xfrm>
              <a:off x="5669206" y="2549390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BC0423A-6A64-1C8E-442A-C9B02AC191B3}"/>
                </a:ext>
              </a:extLst>
            </p:cNvPr>
            <p:cNvSpPr txBox="1"/>
            <p:nvPr/>
          </p:nvSpPr>
          <p:spPr>
            <a:xfrm>
              <a:off x="5660445" y="1235987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94DF8CB-FFD1-21A1-7681-1EA7F20C3823}"/>
                </a:ext>
              </a:extLst>
            </p:cNvPr>
            <p:cNvSpPr txBox="1"/>
            <p:nvPr/>
          </p:nvSpPr>
          <p:spPr>
            <a:xfrm>
              <a:off x="5408718" y="962927"/>
              <a:ext cx="79701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P/</a:t>
              </a:r>
              <a:r>
                <a:rPr lang="el-GR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ρ</a:t>
              </a:r>
              <a:r>
                <a:rPr lang="en-US" altLang="ko-KR" sz="1400" b="1" baseline="-25000" dirty="0" err="1">
                  <a:latin typeface="Arial" panose="020B0604020202020204" pitchFamily="34" charset="0"/>
                  <a:cs typeface="Arial" panose="020B0604020202020204" pitchFamily="34" charset="0"/>
                </a:rPr>
                <a:t>w</a:t>
              </a:r>
              <a:r>
                <a:rPr lang="en-US" altLang="ko-KR" sz="14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gH</a:t>
              </a:r>
              <a:endParaRPr lang="ko-KR" altLang="en-US" sz="1400" b="1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5A2D1297-7235-00B2-459B-E795AD3C349F}"/>
              </a:ext>
            </a:extLst>
          </p:cNvPr>
          <p:cNvGrpSpPr/>
          <p:nvPr/>
        </p:nvGrpSpPr>
        <p:grpSpPr>
          <a:xfrm>
            <a:off x="835653" y="710937"/>
            <a:ext cx="8000695" cy="4500859"/>
            <a:chOff x="1946342" y="1404797"/>
            <a:chExt cx="8000695" cy="4500859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E6C15E62-AAFA-3A74-83FE-4AB7F699741D}"/>
                </a:ext>
              </a:extLst>
            </p:cNvPr>
            <p:cNvSpPr/>
            <p:nvPr/>
          </p:nvSpPr>
          <p:spPr>
            <a:xfrm>
              <a:off x="1946342" y="1404797"/>
              <a:ext cx="8000695" cy="4500859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EDDE72F0-5C07-53D7-9A5C-C7AAD4566E1D}"/>
                </a:ext>
              </a:extLst>
            </p:cNvPr>
            <p:cNvGrpSpPr/>
            <p:nvPr/>
          </p:nvGrpSpPr>
          <p:grpSpPr>
            <a:xfrm>
              <a:off x="2232397" y="3921807"/>
              <a:ext cx="5193806" cy="1789326"/>
              <a:chOff x="2232397" y="3921807"/>
              <a:chExt cx="5193806" cy="1789326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5B25E3B-5EE3-C4A1-1393-9A384EAE8840}"/>
                  </a:ext>
                </a:extLst>
              </p:cNvPr>
              <p:cNvSpPr txBox="1"/>
              <p:nvPr/>
            </p:nvSpPr>
            <p:spPr>
              <a:xfrm>
                <a:off x="4238560" y="3977592"/>
                <a:ext cx="12009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i="1" dirty="0"/>
                  <a:t>Compressible</a:t>
                </a:r>
              </a:p>
              <a:p>
                <a:r>
                  <a:rPr lang="en-US" altLang="ko-KR" sz="1200" b="1" i="1" dirty="0"/>
                  <a:t>phase</a:t>
                </a:r>
                <a:endParaRPr lang="ko-KR" altLang="en-US" sz="1200" b="1" i="1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62B76F6-C2B7-6A8B-C11E-E9BC68B9A3CF}"/>
                  </a:ext>
                </a:extLst>
              </p:cNvPr>
              <p:cNvSpPr txBox="1"/>
              <p:nvPr/>
            </p:nvSpPr>
            <p:spPr>
              <a:xfrm>
                <a:off x="2232397" y="5218690"/>
                <a:ext cx="13131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 i="1" dirty="0"/>
                  <a:t>Incompressible</a:t>
                </a:r>
              </a:p>
              <a:p>
                <a:r>
                  <a:rPr lang="en-US" altLang="ko-KR" sz="1200" b="1" i="1" dirty="0"/>
                  <a:t>phase</a:t>
                </a:r>
                <a:endParaRPr lang="ko-KR" altLang="en-US" sz="1200" b="1" i="1" dirty="0"/>
              </a:p>
            </p:txBody>
          </p:sp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E67ACFDA-1AB1-A924-DED0-F495CBB30BFD}"/>
                  </a:ext>
                </a:extLst>
              </p:cNvPr>
              <p:cNvGrpSpPr/>
              <p:nvPr/>
            </p:nvGrpSpPr>
            <p:grpSpPr>
              <a:xfrm rot="19800000">
                <a:off x="3871798" y="4668404"/>
                <a:ext cx="525342" cy="397152"/>
                <a:chOff x="3871798" y="4668404"/>
                <a:chExt cx="525342" cy="397152"/>
              </a:xfrm>
            </p:grpSpPr>
            <p:cxnSp>
              <p:nvCxnSpPr>
                <p:cNvPr id="47" name="직선 화살표 연결선 46">
                  <a:extLst>
                    <a:ext uri="{FF2B5EF4-FFF2-40B4-BE49-F238E27FC236}">
                      <a16:creationId xmlns:a16="http://schemas.microsoft.com/office/drawing/2014/main" id="{474E9528-3723-585F-F582-7B0C9D2FBDB4}"/>
                    </a:ext>
                  </a:extLst>
                </p:cNvPr>
                <p:cNvCxnSpPr/>
                <p:nvPr/>
              </p:nvCxnSpPr>
              <p:spPr>
                <a:xfrm flipV="1">
                  <a:off x="3871798" y="4668404"/>
                  <a:ext cx="372942" cy="244752"/>
                </a:xfrm>
                <a:prstGeom prst="straightConnector1">
                  <a:avLst/>
                </a:prstGeom>
                <a:ln w="38100">
                  <a:solidFill>
                    <a:srgbClr val="0000FF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직선 화살표 연결선 47">
                  <a:extLst>
                    <a:ext uri="{FF2B5EF4-FFF2-40B4-BE49-F238E27FC236}">
                      <a16:creationId xmlns:a16="http://schemas.microsoft.com/office/drawing/2014/main" id="{3BE3353C-107A-E486-B7DA-5BC442435508}"/>
                    </a:ext>
                  </a:extLst>
                </p:cNvPr>
                <p:cNvCxnSpPr/>
                <p:nvPr/>
              </p:nvCxnSpPr>
              <p:spPr>
                <a:xfrm rot="10800000" flipV="1">
                  <a:off x="4024198" y="4820804"/>
                  <a:ext cx="372942" cy="244752"/>
                </a:xfrm>
                <a:prstGeom prst="straightConnector1">
                  <a:avLst/>
                </a:prstGeom>
                <a:ln w="38100">
                  <a:solidFill>
                    <a:srgbClr val="0000FF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0B4B19FC-8302-8EAC-05B7-C2EF54E2802C}"/>
                      </a:ext>
                    </a:extLst>
                  </p:cNvPr>
                  <p:cNvSpPr txBox="1"/>
                  <p:nvPr/>
                </p:nvSpPr>
                <p:spPr>
                  <a:xfrm>
                    <a:off x="3712855" y="5495689"/>
                    <a:ext cx="737574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𝛻</m:t>
                              </m:r>
                            </m:e>
                            <m:sup>
                              <m:r>
                                <a:rPr lang="en-US" altLang="ko-KR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  <m:r>
                            <a:rPr lang="en-US" altLang="ko-KR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40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4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sz="14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54" name="TextBox 5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12855" y="5495689"/>
                    <a:ext cx="737574" cy="21544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4132" r="-1653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직사각형 43">
                    <a:extLst>
                      <a:ext uri="{FF2B5EF4-FFF2-40B4-BE49-F238E27FC236}">
                        <a16:creationId xmlns:a16="http://schemas.microsoft.com/office/drawing/2014/main" id="{FE479AF0-A337-7D05-BEC2-77B757A17609}"/>
                      </a:ext>
                    </a:extLst>
                  </p:cNvPr>
                  <p:cNvSpPr/>
                  <p:nvPr/>
                </p:nvSpPr>
                <p:spPr>
                  <a:xfrm>
                    <a:off x="5537031" y="3921807"/>
                    <a:ext cx="1889172" cy="501356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ko-KR" alt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1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ko-KR" altLang="en-US" sz="14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num>
                            <m:den>
                              <m:r>
                                <a:rPr lang="ko-KR" altLang="en-US" sz="1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𝜌𝛻</m:t>
                          </m:r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𝛿</m:t>
                          </m:r>
                          <m:sSup>
                            <m:sSup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1400" i="1">
                                  <a:latin typeface="Cambria Math" panose="02040503050406030204" pitchFamily="18" charset="0"/>
                                </a:rPr>
                                <m:t>𝛻</m:t>
                              </m:r>
                            </m:e>
                            <m:sup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𝜌</m:t>
                          </m:r>
                        </m:oMath>
                      </m:oMathPara>
                    </a14:m>
                    <a:endParaRPr lang="ko-KR" altLang="en-US" sz="1400" i="1" dirty="0"/>
                  </a:p>
                </p:txBody>
              </p:sp>
            </mc:Choice>
            <mc:Fallback xmlns="">
              <p:sp>
                <p:nvSpPr>
                  <p:cNvPr id="55" name="직사각형 5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37031" y="3921807"/>
                    <a:ext cx="1889172" cy="501356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1205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234632D1-9EC8-78CF-339B-CD4EC6772F57}"/>
                      </a:ext>
                    </a:extLst>
                  </p:cNvPr>
                  <p:cNvSpPr txBox="1"/>
                  <p:nvPr/>
                </p:nvSpPr>
                <p:spPr>
                  <a:xfrm>
                    <a:off x="3345865" y="4484309"/>
                    <a:ext cx="656433" cy="3279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234632D1-9EC8-78CF-339B-CD4EC6772F5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5865" y="4484309"/>
                    <a:ext cx="656433" cy="32791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370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8D5C0330-DDA8-162D-9308-7D4C0853F7BE}"/>
                      </a:ext>
                    </a:extLst>
                  </p:cNvPr>
                  <p:cNvSpPr txBox="1"/>
                  <p:nvPr/>
                </p:nvSpPr>
                <p:spPr>
                  <a:xfrm>
                    <a:off x="4315387" y="4780538"/>
                    <a:ext cx="656433" cy="3279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8D5C0330-DDA8-162D-9308-7D4C0853F7B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15387" y="4780538"/>
                    <a:ext cx="656433" cy="32791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370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809008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1078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40</Words>
  <Application>Microsoft Office PowerPoint</Application>
  <PresentationFormat>사용자 지정</PresentationFormat>
  <Paragraphs>21</Paragraphs>
  <Slides>1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희상 유</dc:creator>
  <cp:lastModifiedBy>희상 유</cp:lastModifiedBy>
  <cp:revision>2</cp:revision>
  <dcterms:created xsi:type="dcterms:W3CDTF">2026-08-01T12:26:45Z</dcterms:created>
  <dcterms:modified xsi:type="dcterms:W3CDTF">2026-08-01T12:29:27Z</dcterms:modified>
</cp:coreProperties>
</file>