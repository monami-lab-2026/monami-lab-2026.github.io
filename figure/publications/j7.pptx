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92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1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90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4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12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3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5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3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7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43CE4-1C5F-4119-8A99-9E101E3F295F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EB918-9B3C-4CF3-95CD-B739FB120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9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2FE446F-16AC-5DFB-DD2C-F6924284E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48"/>
          <a:stretch>
            <a:fillRect/>
          </a:stretch>
        </p:blipFill>
        <p:spPr>
          <a:xfrm>
            <a:off x="8732" y="134937"/>
            <a:ext cx="7181848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9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1</cp:revision>
  <dcterms:created xsi:type="dcterms:W3CDTF">2026-08-01T20:02:40Z</dcterms:created>
  <dcterms:modified xsi:type="dcterms:W3CDTF">2026-08-01T20:03:31Z</dcterms:modified>
</cp:coreProperties>
</file>