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867400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1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0055" y="1060529"/>
            <a:ext cx="4987290" cy="2256061"/>
          </a:xfrm>
        </p:spPr>
        <p:txBody>
          <a:bodyPr anchor="b"/>
          <a:lstStyle>
            <a:lvl1pPr algn="ctr">
              <a:defRPr sz="385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3425" y="3403592"/>
            <a:ext cx="4400550" cy="1564542"/>
          </a:xfrm>
        </p:spPr>
        <p:txBody>
          <a:bodyPr/>
          <a:lstStyle>
            <a:lvl1pPr marL="0" indent="0" algn="ctr">
              <a:buNone/>
              <a:defRPr sz="1540"/>
            </a:lvl1pPr>
            <a:lvl2pPr marL="293385" indent="0" algn="ctr">
              <a:buNone/>
              <a:defRPr sz="1283"/>
            </a:lvl2pPr>
            <a:lvl3pPr marL="586770" indent="0" algn="ctr">
              <a:buNone/>
              <a:defRPr sz="1155"/>
            </a:lvl3pPr>
            <a:lvl4pPr marL="880156" indent="0" algn="ctr">
              <a:buNone/>
              <a:defRPr sz="1027"/>
            </a:lvl4pPr>
            <a:lvl5pPr marL="1173541" indent="0" algn="ctr">
              <a:buNone/>
              <a:defRPr sz="1027"/>
            </a:lvl5pPr>
            <a:lvl6pPr marL="1466926" indent="0" algn="ctr">
              <a:buNone/>
              <a:defRPr sz="1027"/>
            </a:lvl6pPr>
            <a:lvl7pPr marL="1760311" indent="0" algn="ctr">
              <a:buNone/>
              <a:defRPr sz="1027"/>
            </a:lvl7pPr>
            <a:lvl8pPr marL="2053697" indent="0" algn="ctr">
              <a:buNone/>
              <a:defRPr sz="1027"/>
            </a:lvl8pPr>
            <a:lvl9pPr marL="2347082" indent="0" algn="ctr">
              <a:buNone/>
              <a:defRPr sz="102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C0DE6-E536-4A8B-8796-13153366550A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C4FE-918A-46B4-8AF2-086BA6C6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61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C0DE6-E536-4A8B-8796-13153366550A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C4FE-918A-46B4-8AF2-086BA6C6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68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328" y="1615546"/>
            <a:ext cx="5060633" cy="2695572"/>
          </a:xfrm>
        </p:spPr>
        <p:txBody>
          <a:bodyPr anchor="b"/>
          <a:lstStyle>
            <a:lvl1pPr>
              <a:defRPr sz="385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0328" y="4336619"/>
            <a:ext cx="5060633" cy="1417538"/>
          </a:xfrm>
        </p:spPr>
        <p:txBody>
          <a:bodyPr/>
          <a:lstStyle>
            <a:lvl1pPr marL="0" indent="0">
              <a:buNone/>
              <a:defRPr sz="1540">
                <a:solidFill>
                  <a:schemeClr val="tx1">
                    <a:tint val="82000"/>
                  </a:schemeClr>
                </a:solidFill>
              </a:defRPr>
            </a:lvl1pPr>
            <a:lvl2pPr marL="293385" indent="0">
              <a:buNone/>
              <a:defRPr sz="1283">
                <a:solidFill>
                  <a:schemeClr val="tx1">
                    <a:tint val="82000"/>
                  </a:schemeClr>
                </a:solidFill>
              </a:defRPr>
            </a:lvl2pPr>
            <a:lvl3pPr marL="586770" indent="0">
              <a:buNone/>
              <a:defRPr sz="1155">
                <a:solidFill>
                  <a:schemeClr val="tx1">
                    <a:tint val="82000"/>
                  </a:schemeClr>
                </a:solidFill>
              </a:defRPr>
            </a:lvl3pPr>
            <a:lvl4pPr marL="880156" indent="0">
              <a:buNone/>
              <a:defRPr sz="1027">
                <a:solidFill>
                  <a:schemeClr val="tx1">
                    <a:tint val="82000"/>
                  </a:schemeClr>
                </a:solidFill>
              </a:defRPr>
            </a:lvl4pPr>
            <a:lvl5pPr marL="1173541" indent="0">
              <a:buNone/>
              <a:defRPr sz="1027">
                <a:solidFill>
                  <a:schemeClr val="tx1">
                    <a:tint val="82000"/>
                  </a:schemeClr>
                </a:solidFill>
              </a:defRPr>
            </a:lvl5pPr>
            <a:lvl6pPr marL="1466926" indent="0">
              <a:buNone/>
              <a:defRPr sz="1027">
                <a:solidFill>
                  <a:schemeClr val="tx1">
                    <a:tint val="82000"/>
                  </a:schemeClr>
                </a:solidFill>
              </a:defRPr>
            </a:lvl6pPr>
            <a:lvl7pPr marL="1760311" indent="0">
              <a:buNone/>
              <a:defRPr sz="1027">
                <a:solidFill>
                  <a:schemeClr val="tx1">
                    <a:tint val="82000"/>
                  </a:schemeClr>
                </a:solidFill>
              </a:defRPr>
            </a:lvl7pPr>
            <a:lvl8pPr marL="2053697" indent="0">
              <a:buNone/>
              <a:defRPr sz="1027">
                <a:solidFill>
                  <a:schemeClr val="tx1">
                    <a:tint val="82000"/>
                  </a:schemeClr>
                </a:solidFill>
              </a:defRPr>
            </a:lvl8pPr>
            <a:lvl9pPr marL="2347082" indent="0">
              <a:buNone/>
              <a:defRPr sz="102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C0DE6-E536-4A8B-8796-13153366550A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C4FE-918A-46B4-8AF2-086BA6C6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503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384" y="1725046"/>
            <a:ext cx="2493645" cy="41116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0371" y="1725046"/>
            <a:ext cx="2493645" cy="41116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C0DE6-E536-4A8B-8796-13153366550A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C4FE-918A-46B4-8AF2-086BA6C6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917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148" y="345011"/>
            <a:ext cx="5060633" cy="125253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149" y="1588543"/>
            <a:ext cx="2482185" cy="778521"/>
          </a:xfrm>
        </p:spPr>
        <p:txBody>
          <a:bodyPr anchor="b"/>
          <a:lstStyle>
            <a:lvl1pPr marL="0" indent="0">
              <a:buNone/>
              <a:defRPr sz="1540" b="1"/>
            </a:lvl1pPr>
            <a:lvl2pPr marL="293385" indent="0">
              <a:buNone/>
              <a:defRPr sz="1283" b="1"/>
            </a:lvl2pPr>
            <a:lvl3pPr marL="586770" indent="0">
              <a:buNone/>
              <a:defRPr sz="1155" b="1"/>
            </a:lvl3pPr>
            <a:lvl4pPr marL="880156" indent="0">
              <a:buNone/>
              <a:defRPr sz="1027" b="1"/>
            </a:lvl4pPr>
            <a:lvl5pPr marL="1173541" indent="0">
              <a:buNone/>
              <a:defRPr sz="1027" b="1"/>
            </a:lvl5pPr>
            <a:lvl6pPr marL="1466926" indent="0">
              <a:buNone/>
              <a:defRPr sz="1027" b="1"/>
            </a:lvl6pPr>
            <a:lvl7pPr marL="1760311" indent="0">
              <a:buNone/>
              <a:defRPr sz="1027" b="1"/>
            </a:lvl7pPr>
            <a:lvl8pPr marL="2053697" indent="0">
              <a:buNone/>
              <a:defRPr sz="1027" b="1"/>
            </a:lvl8pPr>
            <a:lvl9pPr marL="2347082" indent="0">
              <a:buNone/>
              <a:defRPr sz="102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4149" y="2367064"/>
            <a:ext cx="2482185" cy="3481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70372" y="1588543"/>
            <a:ext cx="2494409" cy="778521"/>
          </a:xfrm>
        </p:spPr>
        <p:txBody>
          <a:bodyPr anchor="b"/>
          <a:lstStyle>
            <a:lvl1pPr marL="0" indent="0">
              <a:buNone/>
              <a:defRPr sz="1540" b="1"/>
            </a:lvl1pPr>
            <a:lvl2pPr marL="293385" indent="0">
              <a:buNone/>
              <a:defRPr sz="1283" b="1"/>
            </a:lvl2pPr>
            <a:lvl3pPr marL="586770" indent="0">
              <a:buNone/>
              <a:defRPr sz="1155" b="1"/>
            </a:lvl3pPr>
            <a:lvl4pPr marL="880156" indent="0">
              <a:buNone/>
              <a:defRPr sz="1027" b="1"/>
            </a:lvl4pPr>
            <a:lvl5pPr marL="1173541" indent="0">
              <a:buNone/>
              <a:defRPr sz="1027" b="1"/>
            </a:lvl5pPr>
            <a:lvl6pPr marL="1466926" indent="0">
              <a:buNone/>
              <a:defRPr sz="1027" b="1"/>
            </a:lvl6pPr>
            <a:lvl7pPr marL="1760311" indent="0">
              <a:buNone/>
              <a:defRPr sz="1027" b="1"/>
            </a:lvl7pPr>
            <a:lvl8pPr marL="2053697" indent="0">
              <a:buNone/>
              <a:defRPr sz="1027" b="1"/>
            </a:lvl8pPr>
            <a:lvl9pPr marL="2347082" indent="0">
              <a:buNone/>
              <a:defRPr sz="1027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70372" y="2367064"/>
            <a:ext cx="2494409" cy="34815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C0DE6-E536-4A8B-8796-13153366550A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C4FE-918A-46B4-8AF2-086BA6C6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861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C0DE6-E536-4A8B-8796-13153366550A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C4FE-918A-46B4-8AF2-086BA6C6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155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C0DE6-E536-4A8B-8796-13153366550A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C4FE-918A-46B4-8AF2-086BA6C6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358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148" y="432012"/>
            <a:ext cx="1892389" cy="1512041"/>
          </a:xfrm>
        </p:spPr>
        <p:txBody>
          <a:bodyPr anchor="b"/>
          <a:lstStyle>
            <a:lvl1pPr>
              <a:defRPr sz="205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4409" y="933027"/>
            <a:ext cx="2970371" cy="4605124"/>
          </a:xfrm>
        </p:spPr>
        <p:txBody>
          <a:bodyPr/>
          <a:lstStyle>
            <a:lvl1pPr>
              <a:defRPr sz="2053"/>
            </a:lvl1pPr>
            <a:lvl2pPr>
              <a:defRPr sz="1797"/>
            </a:lvl2pPr>
            <a:lvl3pPr>
              <a:defRPr sz="1540"/>
            </a:lvl3pPr>
            <a:lvl4pPr>
              <a:defRPr sz="1283"/>
            </a:lvl4pPr>
            <a:lvl5pPr>
              <a:defRPr sz="1283"/>
            </a:lvl5pPr>
            <a:lvl6pPr>
              <a:defRPr sz="1283"/>
            </a:lvl6pPr>
            <a:lvl7pPr>
              <a:defRPr sz="1283"/>
            </a:lvl7pPr>
            <a:lvl8pPr>
              <a:defRPr sz="1283"/>
            </a:lvl8pPr>
            <a:lvl9pPr>
              <a:defRPr sz="128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4148" y="1944052"/>
            <a:ext cx="1892389" cy="3601598"/>
          </a:xfrm>
        </p:spPr>
        <p:txBody>
          <a:bodyPr/>
          <a:lstStyle>
            <a:lvl1pPr marL="0" indent="0">
              <a:buNone/>
              <a:defRPr sz="1027"/>
            </a:lvl1pPr>
            <a:lvl2pPr marL="293385" indent="0">
              <a:buNone/>
              <a:defRPr sz="898"/>
            </a:lvl2pPr>
            <a:lvl3pPr marL="586770" indent="0">
              <a:buNone/>
              <a:defRPr sz="770"/>
            </a:lvl3pPr>
            <a:lvl4pPr marL="880156" indent="0">
              <a:buNone/>
              <a:defRPr sz="642"/>
            </a:lvl4pPr>
            <a:lvl5pPr marL="1173541" indent="0">
              <a:buNone/>
              <a:defRPr sz="642"/>
            </a:lvl5pPr>
            <a:lvl6pPr marL="1466926" indent="0">
              <a:buNone/>
              <a:defRPr sz="642"/>
            </a:lvl6pPr>
            <a:lvl7pPr marL="1760311" indent="0">
              <a:buNone/>
              <a:defRPr sz="642"/>
            </a:lvl7pPr>
            <a:lvl8pPr marL="2053697" indent="0">
              <a:buNone/>
              <a:defRPr sz="642"/>
            </a:lvl8pPr>
            <a:lvl9pPr marL="2347082" indent="0">
              <a:buNone/>
              <a:defRPr sz="64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C0DE6-E536-4A8B-8796-13153366550A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C4FE-918A-46B4-8AF2-086BA6C6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148" y="432012"/>
            <a:ext cx="1892389" cy="1512041"/>
          </a:xfrm>
        </p:spPr>
        <p:txBody>
          <a:bodyPr anchor="b"/>
          <a:lstStyle>
            <a:lvl1pPr>
              <a:defRPr sz="2053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94409" y="933027"/>
            <a:ext cx="2970371" cy="4605124"/>
          </a:xfrm>
        </p:spPr>
        <p:txBody>
          <a:bodyPr anchor="t"/>
          <a:lstStyle>
            <a:lvl1pPr marL="0" indent="0">
              <a:buNone/>
              <a:defRPr sz="2053"/>
            </a:lvl1pPr>
            <a:lvl2pPr marL="293385" indent="0">
              <a:buNone/>
              <a:defRPr sz="1797"/>
            </a:lvl2pPr>
            <a:lvl3pPr marL="586770" indent="0">
              <a:buNone/>
              <a:defRPr sz="1540"/>
            </a:lvl3pPr>
            <a:lvl4pPr marL="880156" indent="0">
              <a:buNone/>
              <a:defRPr sz="1283"/>
            </a:lvl4pPr>
            <a:lvl5pPr marL="1173541" indent="0">
              <a:buNone/>
              <a:defRPr sz="1283"/>
            </a:lvl5pPr>
            <a:lvl6pPr marL="1466926" indent="0">
              <a:buNone/>
              <a:defRPr sz="1283"/>
            </a:lvl6pPr>
            <a:lvl7pPr marL="1760311" indent="0">
              <a:buNone/>
              <a:defRPr sz="1283"/>
            </a:lvl7pPr>
            <a:lvl8pPr marL="2053697" indent="0">
              <a:buNone/>
              <a:defRPr sz="1283"/>
            </a:lvl8pPr>
            <a:lvl9pPr marL="2347082" indent="0">
              <a:buNone/>
              <a:defRPr sz="1283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4148" y="1944052"/>
            <a:ext cx="1892389" cy="3601598"/>
          </a:xfrm>
        </p:spPr>
        <p:txBody>
          <a:bodyPr/>
          <a:lstStyle>
            <a:lvl1pPr marL="0" indent="0">
              <a:buNone/>
              <a:defRPr sz="1027"/>
            </a:lvl1pPr>
            <a:lvl2pPr marL="293385" indent="0">
              <a:buNone/>
              <a:defRPr sz="898"/>
            </a:lvl2pPr>
            <a:lvl3pPr marL="586770" indent="0">
              <a:buNone/>
              <a:defRPr sz="770"/>
            </a:lvl3pPr>
            <a:lvl4pPr marL="880156" indent="0">
              <a:buNone/>
              <a:defRPr sz="642"/>
            </a:lvl4pPr>
            <a:lvl5pPr marL="1173541" indent="0">
              <a:buNone/>
              <a:defRPr sz="642"/>
            </a:lvl5pPr>
            <a:lvl6pPr marL="1466926" indent="0">
              <a:buNone/>
              <a:defRPr sz="642"/>
            </a:lvl6pPr>
            <a:lvl7pPr marL="1760311" indent="0">
              <a:buNone/>
              <a:defRPr sz="642"/>
            </a:lvl7pPr>
            <a:lvl8pPr marL="2053697" indent="0">
              <a:buNone/>
              <a:defRPr sz="642"/>
            </a:lvl8pPr>
            <a:lvl9pPr marL="2347082" indent="0">
              <a:buNone/>
              <a:defRPr sz="64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C0DE6-E536-4A8B-8796-13153366550A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C4FE-918A-46B4-8AF2-086BA6C6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94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C0DE6-E536-4A8B-8796-13153366550A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C4FE-918A-46B4-8AF2-086BA6C6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3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198859" y="345009"/>
            <a:ext cx="1265158" cy="549164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3384" y="345009"/>
            <a:ext cx="3722132" cy="549164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C0DE6-E536-4A8B-8796-13153366550A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5C4FE-918A-46B4-8AF2-086BA6C6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04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3384" y="345011"/>
            <a:ext cx="5060633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384" y="1725046"/>
            <a:ext cx="5060633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3384" y="6006164"/>
            <a:ext cx="1320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7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CC0DE6-E536-4A8B-8796-13153366550A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3576" y="6006164"/>
            <a:ext cx="1980248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7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43851" y="6006164"/>
            <a:ext cx="132016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7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95C4FE-918A-46B4-8AF2-086BA6C676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32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86770" rtl="0" eaLnBrk="1" latinLnBrk="0" hangingPunct="1">
        <a:lnSpc>
          <a:spcPct val="90000"/>
        </a:lnSpc>
        <a:spcBef>
          <a:spcPct val="0"/>
        </a:spcBef>
        <a:buNone/>
        <a:defRPr sz="28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6693" indent="-146693" algn="l" defTabSz="586770" rtl="0" eaLnBrk="1" latinLnBrk="0" hangingPunct="1">
        <a:lnSpc>
          <a:spcPct val="90000"/>
        </a:lnSpc>
        <a:spcBef>
          <a:spcPts val="642"/>
        </a:spcBef>
        <a:buFont typeface="Arial" panose="020B0604020202020204" pitchFamily="34" charset="0"/>
        <a:buChar char="•"/>
        <a:defRPr sz="1797" kern="1200">
          <a:solidFill>
            <a:schemeClr val="tx1"/>
          </a:solidFill>
          <a:latin typeface="+mn-lt"/>
          <a:ea typeface="+mn-ea"/>
          <a:cs typeface="+mn-cs"/>
        </a:defRPr>
      </a:lvl1pPr>
      <a:lvl2pPr marL="440078" indent="-146693" algn="l" defTabSz="586770" rtl="0" eaLnBrk="1" latinLnBrk="0" hangingPunct="1">
        <a:lnSpc>
          <a:spcPct val="90000"/>
        </a:lnSpc>
        <a:spcBef>
          <a:spcPts val="321"/>
        </a:spcBef>
        <a:buFont typeface="Arial" panose="020B0604020202020204" pitchFamily="34" charset="0"/>
        <a:buChar char="•"/>
        <a:defRPr sz="1540" kern="1200">
          <a:solidFill>
            <a:schemeClr val="tx1"/>
          </a:solidFill>
          <a:latin typeface="+mn-lt"/>
          <a:ea typeface="+mn-ea"/>
          <a:cs typeface="+mn-cs"/>
        </a:defRPr>
      </a:lvl2pPr>
      <a:lvl3pPr marL="733463" indent="-146693" algn="l" defTabSz="586770" rtl="0" eaLnBrk="1" latinLnBrk="0" hangingPunct="1">
        <a:lnSpc>
          <a:spcPct val="90000"/>
        </a:lnSpc>
        <a:spcBef>
          <a:spcPts val="321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3pPr>
      <a:lvl4pPr marL="1026848" indent="-146693" algn="l" defTabSz="586770" rtl="0" eaLnBrk="1" latinLnBrk="0" hangingPunct="1">
        <a:lnSpc>
          <a:spcPct val="90000"/>
        </a:lnSpc>
        <a:spcBef>
          <a:spcPts val="321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4pPr>
      <a:lvl5pPr marL="1320234" indent="-146693" algn="l" defTabSz="586770" rtl="0" eaLnBrk="1" latinLnBrk="0" hangingPunct="1">
        <a:lnSpc>
          <a:spcPct val="90000"/>
        </a:lnSpc>
        <a:spcBef>
          <a:spcPts val="321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5pPr>
      <a:lvl6pPr marL="1613619" indent="-146693" algn="l" defTabSz="586770" rtl="0" eaLnBrk="1" latinLnBrk="0" hangingPunct="1">
        <a:lnSpc>
          <a:spcPct val="90000"/>
        </a:lnSpc>
        <a:spcBef>
          <a:spcPts val="321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6pPr>
      <a:lvl7pPr marL="1907004" indent="-146693" algn="l" defTabSz="586770" rtl="0" eaLnBrk="1" latinLnBrk="0" hangingPunct="1">
        <a:lnSpc>
          <a:spcPct val="90000"/>
        </a:lnSpc>
        <a:spcBef>
          <a:spcPts val="321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7pPr>
      <a:lvl8pPr marL="2200389" indent="-146693" algn="l" defTabSz="586770" rtl="0" eaLnBrk="1" latinLnBrk="0" hangingPunct="1">
        <a:lnSpc>
          <a:spcPct val="90000"/>
        </a:lnSpc>
        <a:spcBef>
          <a:spcPts val="321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8pPr>
      <a:lvl9pPr marL="2493775" indent="-146693" algn="l" defTabSz="586770" rtl="0" eaLnBrk="1" latinLnBrk="0" hangingPunct="1">
        <a:lnSpc>
          <a:spcPct val="90000"/>
        </a:lnSpc>
        <a:spcBef>
          <a:spcPts val="321"/>
        </a:spcBef>
        <a:buFont typeface="Arial" panose="020B0604020202020204" pitchFamily="34" charset="0"/>
        <a:buChar char="•"/>
        <a:defRPr sz="11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6770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1pPr>
      <a:lvl2pPr marL="293385" algn="l" defTabSz="586770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2pPr>
      <a:lvl3pPr marL="586770" algn="l" defTabSz="586770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880156" algn="l" defTabSz="586770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4pPr>
      <a:lvl5pPr marL="1173541" algn="l" defTabSz="586770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5pPr>
      <a:lvl6pPr marL="1466926" algn="l" defTabSz="586770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6pPr>
      <a:lvl7pPr marL="1760311" algn="l" defTabSz="586770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7pPr>
      <a:lvl8pPr marL="2053697" algn="l" defTabSz="586770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8pPr>
      <a:lvl9pPr marL="2347082" algn="l" defTabSz="586770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23B587C8-3769-40D2-6519-CA5A2E63D46F}"/>
              </a:ext>
            </a:extLst>
          </p:cNvPr>
          <p:cNvGrpSpPr/>
          <p:nvPr/>
        </p:nvGrpSpPr>
        <p:grpSpPr>
          <a:xfrm>
            <a:off x="-10610" y="-2595"/>
            <a:ext cx="5888620" cy="6485365"/>
            <a:chOff x="1184424" y="110963"/>
            <a:chExt cx="5888620" cy="6485365"/>
          </a:xfrm>
        </p:grpSpPr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CDCD1373-48D2-7059-A102-41C459060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50000" b="51712"/>
            <a:stretch>
              <a:fillRect/>
            </a:stretch>
          </p:blipFill>
          <p:spPr>
            <a:xfrm>
              <a:off x="1358443" y="170175"/>
              <a:ext cx="3101407" cy="3311611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22AAC14B-B492-4137-5169-5B49441FA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1320"/>
            <a:stretch>
              <a:fillRect/>
            </a:stretch>
          </p:blipFill>
          <p:spPr>
            <a:xfrm>
              <a:off x="4231250" y="170176"/>
              <a:ext cx="2841794" cy="3076832"/>
            </a:xfrm>
            <a:prstGeom prst="rect">
              <a:avLst/>
            </a:prstGeom>
          </p:spPr>
        </p:pic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EAADECB4-5A12-EAC0-4136-E97B34E58BC3}"/>
                </a:ext>
              </a:extLst>
            </p:cNvPr>
            <p:cNvSpPr/>
            <p:nvPr/>
          </p:nvSpPr>
          <p:spPr>
            <a:xfrm>
              <a:off x="1184424" y="170175"/>
              <a:ext cx="386626" cy="3330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D0D37A6-3DBE-6BE7-ED86-FDC3724669AB}"/>
                </a:ext>
              </a:extLst>
            </p:cNvPr>
            <p:cNvSpPr/>
            <p:nvPr/>
          </p:nvSpPr>
          <p:spPr>
            <a:xfrm>
              <a:off x="4037937" y="110963"/>
              <a:ext cx="386626" cy="3330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089F9615-5971-2B3F-D13F-1D2B5317D976}"/>
                </a:ext>
              </a:extLst>
            </p:cNvPr>
            <p:cNvGrpSpPr/>
            <p:nvPr/>
          </p:nvGrpSpPr>
          <p:grpSpPr>
            <a:xfrm>
              <a:off x="3402032" y="3540998"/>
              <a:ext cx="3180396" cy="3055330"/>
              <a:chOff x="2556525" y="3540998"/>
              <a:chExt cx="2970475" cy="2853664"/>
            </a:xfrm>
          </p:grpSpPr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443275C7-BECC-0592-F440-91A9E9FE24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r="48942" b="50000"/>
              <a:stretch>
                <a:fillRect/>
              </a:stretch>
            </p:blipFill>
            <p:spPr>
              <a:xfrm>
                <a:off x="2653332" y="3540998"/>
                <a:ext cx="2873668" cy="2853664"/>
              </a:xfrm>
              <a:prstGeom prst="rect">
                <a:avLst/>
              </a:prstGeom>
            </p:spPr>
          </p:pic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EAB51AFC-8FB2-8AD1-1FC8-8FEEA708A083}"/>
                  </a:ext>
                </a:extLst>
              </p:cNvPr>
              <p:cNvSpPr/>
              <p:nvPr/>
            </p:nvSpPr>
            <p:spPr>
              <a:xfrm>
                <a:off x="2556525" y="3609250"/>
                <a:ext cx="386626" cy="3330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208B63D-12A7-5B8C-04C4-77932797E9B8}"/>
                </a:ext>
              </a:extLst>
            </p:cNvPr>
            <p:cNvSpPr txBox="1"/>
            <p:nvPr/>
          </p:nvSpPr>
          <p:spPr>
            <a:xfrm>
              <a:off x="1995465" y="4152378"/>
              <a:ext cx="1508746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/>
                <a:t>x8 ~ x17</a:t>
              </a:r>
            </a:p>
            <a:p>
              <a:pPr algn="ctr"/>
              <a:r>
                <a:rPr lang="en-US" sz="1600" dirty="0"/>
                <a:t>Speed up</a:t>
              </a:r>
            </a:p>
            <a:p>
              <a:pPr algn="ctr"/>
              <a:endParaRPr lang="en-US" sz="1600" dirty="0"/>
            </a:p>
            <a:p>
              <a:pPr algn="ctr"/>
              <a:r>
                <a:rPr lang="en-US" sz="1600" dirty="0"/>
                <a:t>(</a:t>
              </a: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compared to </a:t>
              </a:r>
              <a:b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explicit method</a:t>
              </a:r>
              <a:r>
                <a:rPr lang="en-US" sz="1600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0735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12</Words>
  <Application>Microsoft Office PowerPoint</Application>
  <PresentationFormat>사용자 지정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희상 유</dc:creator>
  <cp:lastModifiedBy>희상 유</cp:lastModifiedBy>
  <cp:revision>1</cp:revision>
  <dcterms:created xsi:type="dcterms:W3CDTF">2026-08-01T20:05:25Z</dcterms:created>
  <dcterms:modified xsi:type="dcterms:W3CDTF">2026-08-01T20:10:36Z</dcterms:modified>
</cp:coreProperties>
</file>