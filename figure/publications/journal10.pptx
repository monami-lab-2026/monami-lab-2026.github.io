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7279938" cy="14039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8" autoAdjust="0"/>
    <p:restoredTop sz="94660"/>
  </p:normalViewPr>
  <p:slideViewPr>
    <p:cSldViewPr snapToGrid="0">
      <p:cViewPr varScale="1">
        <p:scale>
          <a:sx n="51" d="100"/>
          <a:sy n="51" d="100"/>
        </p:scale>
        <p:origin x="9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996" y="2297726"/>
            <a:ext cx="14687947" cy="4887948"/>
          </a:xfrm>
        </p:spPr>
        <p:txBody>
          <a:bodyPr anchor="b"/>
          <a:lstStyle>
            <a:lvl1pPr algn="ctr">
              <a:defRPr sz="113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7374172"/>
            <a:ext cx="12959954" cy="3389713"/>
          </a:xfrm>
        </p:spPr>
        <p:txBody>
          <a:bodyPr/>
          <a:lstStyle>
            <a:lvl1pPr marL="0" indent="0" algn="ctr">
              <a:buNone/>
              <a:defRPr sz="4536"/>
            </a:lvl1pPr>
            <a:lvl2pPr marL="864017" indent="0" algn="ctr">
              <a:buNone/>
              <a:defRPr sz="3780"/>
            </a:lvl2pPr>
            <a:lvl3pPr marL="1728033" indent="0" algn="ctr">
              <a:buNone/>
              <a:defRPr sz="3402"/>
            </a:lvl3pPr>
            <a:lvl4pPr marL="2592050" indent="0" algn="ctr">
              <a:buNone/>
              <a:defRPr sz="3024"/>
            </a:lvl4pPr>
            <a:lvl5pPr marL="3456066" indent="0" algn="ctr">
              <a:buNone/>
              <a:defRPr sz="3024"/>
            </a:lvl5pPr>
            <a:lvl6pPr marL="4320083" indent="0" algn="ctr">
              <a:buNone/>
              <a:defRPr sz="3024"/>
            </a:lvl6pPr>
            <a:lvl7pPr marL="5184099" indent="0" algn="ctr">
              <a:buNone/>
              <a:defRPr sz="3024"/>
            </a:lvl7pPr>
            <a:lvl8pPr marL="6048116" indent="0" algn="ctr">
              <a:buNone/>
              <a:defRPr sz="3024"/>
            </a:lvl8pPr>
            <a:lvl9pPr marL="6912132" indent="0" algn="ctr">
              <a:buNone/>
              <a:defRPr sz="302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3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8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3500216"/>
            <a:ext cx="14903947" cy="5840187"/>
          </a:xfrm>
        </p:spPr>
        <p:txBody>
          <a:bodyPr anchor="b"/>
          <a:lstStyle>
            <a:lvl1pPr>
              <a:defRPr sz="113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9395654"/>
            <a:ext cx="14903947" cy="3071216"/>
          </a:xfrm>
        </p:spPr>
        <p:txBody>
          <a:bodyPr/>
          <a:lstStyle>
            <a:lvl1pPr marL="0" indent="0">
              <a:buNone/>
              <a:defRPr sz="4536">
                <a:solidFill>
                  <a:schemeClr val="tx1">
                    <a:tint val="82000"/>
                  </a:schemeClr>
                </a:solidFill>
              </a:defRPr>
            </a:lvl1pPr>
            <a:lvl2pPr marL="86401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2pPr>
            <a:lvl3pPr marL="1728033" indent="0">
              <a:buNone/>
              <a:defRPr sz="3402">
                <a:solidFill>
                  <a:schemeClr val="tx1">
                    <a:tint val="82000"/>
                  </a:schemeClr>
                </a:solidFill>
              </a:defRPr>
            </a:lvl3pPr>
            <a:lvl4pPr marL="2592050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4pPr>
            <a:lvl5pPr marL="345606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5pPr>
            <a:lvl6pPr marL="432008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6pPr>
            <a:lvl7pPr marL="5184099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7pPr>
            <a:lvl8pPr marL="604811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8pPr>
            <a:lvl9pPr marL="6912132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6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3737460"/>
            <a:ext cx="7343974" cy="890815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3737460"/>
            <a:ext cx="7343974" cy="890815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15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747495"/>
            <a:ext cx="14903947" cy="27137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8" y="3441714"/>
            <a:ext cx="7310223" cy="168673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8" y="5128445"/>
            <a:ext cx="7310223" cy="75431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70" y="3441714"/>
            <a:ext cx="7346224" cy="168673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70" y="5128445"/>
            <a:ext cx="7346224" cy="75431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2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935990"/>
            <a:ext cx="5573230" cy="3275965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2021482"/>
            <a:ext cx="8747969" cy="9977393"/>
          </a:xfrm>
        </p:spPr>
        <p:txBody>
          <a:bodyPr/>
          <a:lstStyle>
            <a:lvl1pPr>
              <a:defRPr sz="6047"/>
            </a:lvl1pPr>
            <a:lvl2pPr>
              <a:defRPr sz="5291"/>
            </a:lvl2pPr>
            <a:lvl3pPr>
              <a:defRPr sz="4536"/>
            </a:lvl3pPr>
            <a:lvl4pPr>
              <a:defRPr sz="3780"/>
            </a:lvl4pPr>
            <a:lvl5pPr>
              <a:defRPr sz="3780"/>
            </a:lvl5pPr>
            <a:lvl6pPr>
              <a:defRPr sz="3780"/>
            </a:lvl6pPr>
            <a:lvl7pPr>
              <a:defRPr sz="3780"/>
            </a:lvl7pPr>
            <a:lvl8pPr>
              <a:defRPr sz="3780"/>
            </a:lvl8pPr>
            <a:lvl9pPr>
              <a:defRPr sz="378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4211955"/>
            <a:ext cx="5573230" cy="7803168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935990"/>
            <a:ext cx="5573230" cy="3275965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2021482"/>
            <a:ext cx="8747969" cy="9977393"/>
          </a:xfrm>
        </p:spPr>
        <p:txBody>
          <a:bodyPr anchor="t"/>
          <a:lstStyle>
            <a:lvl1pPr marL="0" indent="0">
              <a:buNone/>
              <a:defRPr sz="6047"/>
            </a:lvl1pPr>
            <a:lvl2pPr marL="864017" indent="0">
              <a:buNone/>
              <a:defRPr sz="5291"/>
            </a:lvl2pPr>
            <a:lvl3pPr marL="1728033" indent="0">
              <a:buNone/>
              <a:defRPr sz="4536"/>
            </a:lvl3pPr>
            <a:lvl4pPr marL="2592050" indent="0">
              <a:buNone/>
              <a:defRPr sz="3780"/>
            </a:lvl4pPr>
            <a:lvl5pPr marL="3456066" indent="0">
              <a:buNone/>
              <a:defRPr sz="3780"/>
            </a:lvl5pPr>
            <a:lvl6pPr marL="4320083" indent="0">
              <a:buNone/>
              <a:defRPr sz="3780"/>
            </a:lvl6pPr>
            <a:lvl7pPr marL="5184099" indent="0">
              <a:buNone/>
              <a:defRPr sz="3780"/>
            </a:lvl7pPr>
            <a:lvl8pPr marL="6048116" indent="0">
              <a:buNone/>
              <a:defRPr sz="3780"/>
            </a:lvl8pPr>
            <a:lvl9pPr marL="6912132" indent="0">
              <a:buNone/>
              <a:defRPr sz="378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4211955"/>
            <a:ext cx="5573230" cy="7803168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7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5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6" y="747492"/>
            <a:ext cx="3725987" cy="1189812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7" y="747492"/>
            <a:ext cx="10961961" cy="118981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2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747495"/>
            <a:ext cx="14903947" cy="2713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3737460"/>
            <a:ext cx="14903947" cy="8908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13012864"/>
            <a:ext cx="3887986" cy="74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8047F-64E9-46CB-BB49-3522FDD7D1C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13012864"/>
            <a:ext cx="5831979" cy="74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13012864"/>
            <a:ext cx="3887986" cy="747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BECFA-7D16-449D-B6EA-0B959BE7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8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728033" rtl="0" eaLnBrk="1" latinLnBrk="0" hangingPunct="1">
        <a:lnSpc>
          <a:spcPct val="90000"/>
        </a:lnSpc>
        <a:spcBef>
          <a:spcPct val="0"/>
        </a:spcBef>
        <a:buNone/>
        <a:defRPr sz="8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8" indent="-432008" algn="l" defTabSz="1728033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1pPr>
      <a:lvl2pPr marL="1296025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36" kern="1200">
          <a:solidFill>
            <a:schemeClr val="tx1"/>
          </a:solidFill>
          <a:latin typeface="+mn-lt"/>
          <a:ea typeface="+mn-ea"/>
          <a:cs typeface="+mn-cs"/>
        </a:defRPr>
      </a:lvl2pPr>
      <a:lvl3pPr marL="216004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3024058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888075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75209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616108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480124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734414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1pPr>
      <a:lvl2pPr marL="864017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728033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3pPr>
      <a:lvl4pPr marL="2592050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456066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320083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184099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048116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6912132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ideo1">
            <a:hlinkClick r:id="" action="ppaction://media"/>
            <a:extLst>
              <a:ext uri="{FF2B5EF4-FFF2-40B4-BE49-F238E27FC236}">
                <a16:creationId xmlns:a16="http://schemas.microsoft.com/office/drawing/2014/main" id="{778C17E3-F2DD-AA0F-E68D-EB0341C0B2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15559" r="15769"/>
          <a:stretch>
            <a:fillRect/>
          </a:stretch>
        </p:blipFill>
        <p:spPr>
          <a:xfrm>
            <a:off x="176729" y="4910406"/>
            <a:ext cx="9103992" cy="8612232"/>
          </a:xfrm>
          <a:prstGeom prst="rect">
            <a:avLst/>
          </a:prstGeom>
        </p:spPr>
      </p:pic>
      <p:pic>
        <p:nvPicPr>
          <p:cNvPr id="16" name="video2">
            <a:hlinkClick r:id="" action="ppaction://media"/>
            <a:extLst>
              <a:ext uri="{FF2B5EF4-FFF2-40B4-BE49-F238E27FC236}">
                <a16:creationId xmlns:a16="http://schemas.microsoft.com/office/drawing/2014/main" id="{9DE2B730-8D13-53F6-C449-796CBE94EB9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22942" r="21721"/>
          <a:stretch>
            <a:fillRect/>
          </a:stretch>
        </p:blipFill>
        <p:spPr>
          <a:xfrm>
            <a:off x="10344869" y="291549"/>
            <a:ext cx="6029313" cy="130930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B08BAAB-2C8A-C1AD-25BC-DD40026E8FD6}"/>
              </a:ext>
            </a:extLst>
          </p:cNvPr>
          <p:cNvSpPr txBox="1"/>
          <p:nvPr/>
        </p:nvSpPr>
        <p:spPr>
          <a:xfrm>
            <a:off x="4766423" y="13011168"/>
            <a:ext cx="3975192" cy="600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/>
              <a:t>High-Velocity Impact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04E385-05BC-0ED5-F47B-936476B210D0}"/>
              </a:ext>
            </a:extLst>
          </p:cNvPr>
          <p:cNvSpPr txBox="1"/>
          <p:nvPr/>
        </p:nvSpPr>
        <p:spPr>
          <a:xfrm>
            <a:off x="11726222" y="13020921"/>
            <a:ext cx="3381759" cy="600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/>
              <a:t>Shape-Charge Jet</a:t>
            </a:r>
          </a:p>
        </p:txBody>
      </p:sp>
      <p:pic>
        <p:nvPicPr>
          <p:cNvPr id="19" name="Picture 2" descr="Bunker buster away">
            <a:extLst>
              <a:ext uri="{FF2B5EF4-FFF2-40B4-BE49-F238E27FC236}">
                <a16:creationId xmlns:a16="http://schemas.microsoft.com/office/drawing/2014/main" id="{580F4F2A-C318-F542-81EC-6A2C00BD0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932" y="361626"/>
            <a:ext cx="7580682" cy="493721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01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5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5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4</Words>
  <Application>Microsoft Office PowerPoint</Application>
  <PresentationFormat>사용자 지정</PresentationFormat>
  <Paragraphs>2</Paragraphs>
  <Slides>1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희상 유</dc:creator>
  <cp:lastModifiedBy>희상 유</cp:lastModifiedBy>
  <cp:revision>3</cp:revision>
  <dcterms:created xsi:type="dcterms:W3CDTF">2026-07-31T12:08:27Z</dcterms:created>
  <dcterms:modified xsi:type="dcterms:W3CDTF">2026-07-31T12:18:10Z</dcterms:modified>
</cp:coreProperties>
</file>