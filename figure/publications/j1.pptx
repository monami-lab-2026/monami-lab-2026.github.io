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7019925" cy="46799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>
        <p:scale>
          <a:sx n="100" d="100"/>
          <a:sy n="100" d="100"/>
        </p:scale>
        <p:origin x="1124" y="8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6495" y="765909"/>
            <a:ext cx="5966936" cy="1629316"/>
          </a:xfrm>
        </p:spPr>
        <p:txBody>
          <a:bodyPr anchor="b"/>
          <a:lstStyle>
            <a:lvl1pPr algn="ctr">
              <a:defRPr sz="409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77491" y="2458058"/>
            <a:ext cx="5264944" cy="1129904"/>
          </a:xfrm>
        </p:spPr>
        <p:txBody>
          <a:bodyPr/>
          <a:lstStyle>
            <a:lvl1pPr marL="0" indent="0" algn="ctr">
              <a:buNone/>
              <a:defRPr sz="1638"/>
            </a:lvl1pPr>
            <a:lvl2pPr marL="311993" indent="0" algn="ctr">
              <a:buNone/>
              <a:defRPr sz="1365"/>
            </a:lvl2pPr>
            <a:lvl3pPr marL="623987" indent="0" algn="ctr">
              <a:buNone/>
              <a:defRPr sz="1228"/>
            </a:lvl3pPr>
            <a:lvl4pPr marL="935980" indent="0" algn="ctr">
              <a:buNone/>
              <a:defRPr sz="1092"/>
            </a:lvl4pPr>
            <a:lvl5pPr marL="1247973" indent="0" algn="ctr">
              <a:buNone/>
              <a:defRPr sz="1092"/>
            </a:lvl5pPr>
            <a:lvl6pPr marL="1559966" indent="0" algn="ctr">
              <a:buNone/>
              <a:defRPr sz="1092"/>
            </a:lvl6pPr>
            <a:lvl7pPr marL="1871960" indent="0" algn="ctr">
              <a:buNone/>
              <a:defRPr sz="1092"/>
            </a:lvl7pPr>
            <a:lvl8pPr marL="2183953" indent="0" algn="ctr">
              <a:buNone/>
              <a:defRPr sz="1092"/>
            </a:lvl8pPr>
            <a:lvl9pPr marL="2495946" indent="0" algn="ctr">
              <a:buNone/>
              <a:defRPr sz="1092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0B7B-38B5-4DAE-BD69-9BE76521A20C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A6E05-2BB8-48DA-8870-3E1E3F76C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823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0B7B-38B5-4DAE-BD69-9BE76521A20C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A6E05-2BB8-48DA-8870-3E1E3F76C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128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8964" y="1166739"/>
            <a:ext cx="6054685" cy="1946729"/>
          </a:xfrm>
        </p:spPr>
        <p:txBody>
          <a:bodyPr anchor="b"/>
          <a:lstStyle>
            <a:lvl1pPr>
              <a:defRPr sz="409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8964" y="3131884"/>
            <a:ext cx="6054685" cy="1023739"/>
          </a:xfrm>
        </p:spPr>
        <p:txBody>
          <a:bodyPr/>
          <a:lstStyle>
            <a:lvl1pPr marL="0" indent="0">
              <a:buNone/>
              <a:defRPr sz="1638">
                <a:solidFill>
                  <a:schemeClr val="tx1">
                    <a:tint val="82000"/>
                  </a:schemeClr>
                </a:solidFill>
              </a:defRPr>
            </a:lvl1pPr>
            <a:lvl2pPr marL="311993" indent="0">
              <a:buNone/>
              <a:defRPr sz="1365">
                <a:solidFill>
                  <a:schemeClr val="tx1">
                    <a:tint val="82000"/>
                  </a:schemeClr>
                </a:solidFill>
              </a:defRPr>
            </a:lvl2pPr>
            <a:lvl3pPr marL="623987" indent="0">
              <a:buNone/>
              <a:defRPr sz="1228">
                <a:solidFill>
                  <a:schemeClr val="tx1">
                    <a:tint val="82000"/>
                  </a:schemeClr>
                </a:solidFill>
              </a:defRPr>
            </a:lvl3pPr>
            <a:lvl4pPr marL="935980" indent="0">
              <a:buNone/>
              <a:defRPr sz="1092">
                <a:solidFill>
                  <a:schemeClr val="tx1">
                    <a:tint val="82000"/>
                  </a:schemeClr>
                </a:solidFill>
              </a:defRPr>
            </a:lvl4pPr>
            <a:lvl5pPr marL="1247973" indent="0">
              <a:buNone/>
              <a:defRPr sz="1092">
                <a:solidFill>
                  <a:schemeClr val="tx1">
                    <a:tint val="82000"/>
                  </a:schemeClr>
                </a:solidFill>
              </a:defRPr>
            </a:lvl5pPr>
            <a:lvl6pPr marL="1559966" indent="0">
              <a:buNone/>
              <a:defRPr sz="1092">
                <a:solidFill>
                  <a:schemeClr val="tx1">
                    <a:tint val="82000"/>
                  </a:schemeClr>
                </a:solidFill>
              </a:defRPr>
            </a:lvl6pPr>
            <a:lvl7pPr marL="1871960" indent="0">
              <a:buNone/>
              <a:defRPr sz="1092">
                <a:solidFill>
                  <a:schemeClr val="tx1">
                    <a:tint val="82000"/>
                  </a:schemeClr>
                </a:solidFill>
              </a:defRPr>
            </a:lvl7pPr>
            <a:lvl8pPr marL="2183953" indent="0">
              <a:buNone/>
              <a:defRPr sz="1092">
                <a:solidFill>
                  <a:schemeClr val="tx1">
                    <a:tint val="82000"/>
                  </a:schemeClr>
                </a:solidFill>
              </a:defRPr>
            </a:lvl8pPr>
            <a:lvl9pPr marL="2495946" indent="0">
              <a:buNone/>
              <a:defRPr sz="109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0B7B-38B5-4DAE-BD69-9BE76521A20C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A6E05-2BB8-48DA-8870-3E1E3F76C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996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2620" y="1245820"/>
            <a:ext cx="2983468" cy="296938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53837" y="1245820"/>
            <a:ext cx="2983468" cy="296938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0B7B-38B5-4DAE-BD69-9BE76521A20C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A6E05-2BB8-48DA-8870-3E1E3F76C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326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534" y="249165"/>
            <a:ext cx="6054685" cy="904574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3535" y="1147238"/>
            <a:ext cx="2969757" cy="562244"/>
          </a:xfrm>
        </p:spPr>
        <p:txBody>
          <a:bodyPr anchor="b"/>
          <a:lstStyle>
            <a:lvl1pPr marL="0" indent="0">
              <a:buNone/>
              <a:defRPr sz="1638" b="1"/>
            </a:lvl1pPr>
            <a:lvl2pPr marL="311993" indent="0">
              <a:buNone/>
              <a:defRPr sz="1365" b="1"/>
            </a:lvl2pPr>
            <a:lvl3pPr marL="623987" indent="0">
              <a:buNone/>
              <a:defRPr sz="1228" b="1"/>
            </a:lvl3pPr>
            <a:lvl4pPr marL="935980" indent="0">
              <a:buNone/>
              <a:defRPr sz="1092" b="1"/>
            </a:lvl4pPr>
            <a:lvl5pPr marL="1247973" indent="0">
              <a:buNone/>
              <a:defRPr sz="1092" b="1"/>
            </a:lvl5pPr>
            <a:lvl6pPr marL="1559966" indent="0">
              <a:buNone/>
              <a:defRPr sz="1092" b="1"/>
            </a:lvl6pPr>
            <a:lvl7pPr marL="1871960" indent="0">
              <a:buNone/>
              <a:defRPr sz="1092" b="1"/>
            </a:lvl7pPr>
            <a:lvl8pPr marL="2183953" indent="0">
              <a:buNone/>
              <a:defRPr sz="1092" b="1"/>
            </a:lvl8pPr>
            <a:lvl9pPr marL="2495946" indent="0">
              <a:buNone/>
              <a:defRPr sz="1092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3535" y="1709482"/>
            <a:ext cx="2969757" cy="251439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553838" y="1147238"/>
            <a:ext cx="2984382" cy="562244"/>
          </a:xfrm>
        </p:spPr>
        <p:txBody>
          <a:bodyPr anchor="b"/>
          <a:lstStyle>
            <a:lvl1pPr marL="0" indent="0">
              <a:buNone/>
              <a:defRPr sz="1638" b="1"/>
            </a:lvl1pPr>
            <a:lvl2pPr marL="311993" indent="0">
              <a:buNone/>
              <a:defRPr sz="1365" b="1"/>
            </a:lvl2pPr>
            <a:lvl3pPr marL="623987" indent="0">
              <a:buNone/>
              <a:defRPr sz="1228" b="1"/>
            </a:lvl3pPr>
            <a:lvl4pPr marL="935980" indent="0">
              <a:buNone/>
              <a:defRPr sz="1092" b="1"/>
            </a:lvl4pPr>
            <a:lvl5pPr marL="1247973" indent="0">
              <a:buNone/>
              <a:defRPr sz="1092" b="1"/>
            </a:lvl5pPr>
            <a:lvl6pPr marL="1559966" indent="0">
              <a:buNone/>
              <a:defRPr sz="1092" b="1"/>
            </a:lvl6pPr>
            <a:lvl7pPr marL="1871960" indent="0">
              <a:buNone/>
              <a:defRPr sz="1092" b="1"/>
            </a:lvl7pPr>
            <a:lvl8pPr marL="2183953" indent="0">
              <a:buNone/>
              <a:defRPr sz="1092" b="1"/>
            </a:lvl8pPr>
            <a:lvl9pPr marL="2495946" indent="0">
              <a:buNone/>
              <a:defRPr sz="1092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553838" y="1709482"/>
            <a:ext cx="2984382" cy="251439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0B7B-38B5-4DAE-BD69-9BE76521A20C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A6E05-2BB8-48DA-8870-3E1E3F76C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075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0B7B-38B5-4DAE-BD69-9BE76521A20C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A6E05-2BB8-48DA-8870-3E1E3F76C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677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0B7B-38B5-4DAE-BD69-9BE76521A20C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A6E05-2BB8-48DA-8870-3E1E3F76C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637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534" y="311997"/>
            <a:ext cx="2264109" cy="1091988"/>
          </a:xfrm>
        </p:spPr>
        <p:txBody>
          <a:bodyPr anchor="b"/>
          <a:lstStyle>
            <a:lvl1pPr>
              <a:defRPr sz="218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84382" y="673827"/>
            <a:ext cx="3553837" cy="3325798"/>
          </a:xfrm>
        </p:spPr>
        <p:txBody>
          <a:bodyPr/>
          <a:lstStyle>
            <a:lvl1pPr>
              <a:defRPr sz="2184"/>
            </a:lvl1pPr>
            <a:lvl2pPr>
              <a:defRPr sz="1911"/>
            </a:lvl2pPr>
            <a:lvl3pPr>
              <a:defRPr sz="1638"/>
            </a:lvl3pPr>
            <a:lvl4pPr>
              <a:defRPr sz="1365"/>
            </a:lvl4pPr>
            <a:lvl5pPr>
              <a:defRPr sz="1365"/>
            </a:lvl5pPr>
            <a:lvl6pPr>
              <a:defRPr sz="1365"/>
            </a:lvl6pPr>
            <a:lvl7pPr>
              <a:defRPr sz="1365"/>
            </a:lvl7pPr>
            <a:lvl8pPr>
              <a:defRPr sz="1365"/>
            </a:lvl8pPr>
            <a:lvl9pPr>
              <a:defRPr sz="13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3534" y="1403985"/>
            <a:ext cx="2264109" cy="2601056"/>
          </a:xfrm>
        </p:spPr>
        <p:txBody>
          <a:bodyPr/>
          <a:lstStyle>
            <a:lvl1pPr marL="0" indent="0">
              <a:buNone/>
              <a:defRPr sz="1092"/>
            </a:lvl1pPr>
            <a:lvl2pPr marL="311993" indent="0">
              <a:buNone/>
              <a:defRPr sz="955"/>
            </a:lvl2pPr>
            <a:lvl3pPr marL="623987" indent="0">
              <a:buNone/>
              <a:defRPr sz="819"/>
            </a:lvl3pPr>
            <a:lvl4pPr marL="935980" indent="0">
              <a:buNone/>
              <a:defRPr sz="682"/>
            </a:lvl4pPr>
            <a:lvl5pPr marL="1247973" indent="0">
              <a:buNone/>
              <a:defRPr sz="682"/>
            </a:lvl5pPr>
            <a:lvl6pPr marL="1559966" indent="0">
              <a:buNone/>
              <a:defRPr sz="682"/>
            </a:lvl6pPr>
            <a:lvl7pPr marL="1871960" indent="0">
              <a:buNone/>
              <a:defRPr sz="682"/>
            </a:lvl7pPr>
            <a:lvl8pPr marL="2183953" indent="0">
              <a:buNone/>
              <a:defRPr sz="682"/>
            </a:lvl8pPr>
            <a:lvl9pPr marL="2495946" indent="0">
              <a:buNone/>
              <a:defRPr sz="682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0B7B-38B5-4DAE-BD69-9BE76521A20C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A6E05-2BB8-48DA-8870-3E1E3F76C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123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534" y="311997"/>
            <a:ext cx="2264109" cy="1091988"/>
          </a:xfrm>
        </p:spPr>
        <p:txBody>
          <a:bodyPr anchor="b"/>
          <a:lstStyle>
            <a:lvl1pPr>
              <a:defRPr sz="218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84382" y="673827"/>
            <a:ext cx="3553837" cy="3325798"/>
          </a:xfrm>
        </p:spPr>
        <p:txBody>
          <a:bodyPr anchor="t"/>
          <a:lstStyle>
            <a:lvl1pPr marL="0" indent="0">
              <a:buNone/>
              <a:defRPr sz="2184"/>
            </a:lvl1pPr>
            <a:lvl2pPr marL="311993" indent="0">
              <a:buNone/>
              <a:defRPr sz="1911"/>
            </a:lvl2pPr>
            <a:lvl3pPr marL="623987" indent="0">
              <a:buNone/>
              <a:defRPr sz="1638"/>
            </a:lvl3pPr>
            <a:lvl4pPr marL="935980" indent="0">
              <a:buNone/>
              <a:defRPr sz="1365"/>
            </a:lvl4pPr>
            <a:lvl5pPr marL="1247973" indent="0">
              <a:buNone/>
              <a:defRPr sz="1365"/>
            </a:lvl5pPr>
            <a:lvl6pPr marL="1559966" indent="0">
              <a:buNone/>
              <a:defRPr sz="1365"/>
            </a:lvl6pPr>
            <a:lvl7pPr marL="1871960" indent="0">
              <a:buNone/>
              <a:defRPr sz="1365"/>
            </a:lvl7pPr>
            <a:lvl8pPr marL="2183953" indent="0">
              <a:buNone/>
              <a:defRPr sz="1365"/>
            </a:lvl8pPr>
            <a:lvl9pPr marL="2495946" indent="0">
              <a:buNone/>
              <a:defRPr sz="1365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3534" y="1403985"/>
            <a:ext cx="2264109" cy="2601056"/>
          </a:xfrm>
        </p:spPr>
        <p:txBody>
          <a:bodyPr/>
          <a:lstStyle>
            <a:lvl1pPr marL="0" indent="0">
              <a:buNone/>
              <a:defRPr sz="1092"/>
            </a:lvl1pPr>
            <a:lvl2pPr marL="311993" indent="0">
              <a:buNone/>
              <a:defRPr sz="955"/>
            </a:lvl2pPr>
            <a:lvl3pPr marL="623987" indent="0">
              <a:buNone/>
              <a:defRPr sz="819"/>
            </a:lvl3pPr>
            <a:lvl4pPr marL="935980" indent="0">
              <a:buNone/>
              <a:defRPr sz="682"/>
            </a:lvl4pPr>
            <a:lvl5pPr marL="1247973" indent="0">
              <a:buNone/>
              <a:defRPr sz="682"/>
            </a:lvl5pPr>
            <a:lvl6pPr marL="1559966" indent="0">
              <a:buNone/>
              <a:defRPr sz="682"/>
            </a:lvl6pPr>
            <a:lvl7pPr marL="1871960" indent="0">
              <a:buNone/>
              <a:defRPr sz="682"/>
            </a:lvl7pPr>
            <a:lvl8pPr marL="2183953" indent="0">
              <a:buNone/>
              <a:defRPr sz="682"/>
            </a:lvl8pPr>
            <a:lvl9pPr marL="2495946" indent="0">
              <a:buNone/>
              <a:defRPr sz="682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0B7B-38B5-4DAE-BD69-9BE76521A20C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A6E05-2BB8-48DA-8870-3E1E3F76C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210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0B7B-38B5-4DAE-BD69-9BE76521A20C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A6E05-2BB8-48DA-8870-3E1E3F76C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308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023634" y="249164"/>
            <a:ext cx="1513671" cy="396604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2620" y="249164"/>
            <a:ext cx="4453265" cy="3966041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0B7B-38B5-4DAE-BD69-9BE76521A20C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A6E05-2BB8-48DA-8870-3E1E3F76C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14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2620" y="249165"/>
            <a:ext cx="6054685" cy="9045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620" y="1245820"/>
            <a:ext cx="6054685" cy="29693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2620" y="4337621"/>
            <a:ext cx="1579483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1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9E0B7B-38B5-4DAE-BD69-9BE76521A20C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25350" y="4337621"/>
            <a:ext cx="2369225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1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57822" y="4337621"/>
            <a:ext cx="1579483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9A6E05-2BB8-48DA-8870-3E1E3F76C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046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23987" rtl="0" eaLnBrk="1" latinLnBrk="0" hangingPunct="1">
        <a:lnSpc>
          <a:spcPct val="90000"/>
        </a:lnSpc>
        <a:spcBef>
          <a:spcPct val="0"/>
        </a:spcBef>
        <a:buNone/>
        <a:defRPr sz="30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5997" indent="-155997" algn="l" defTabSz="623987" rtl="0" eaLnBrk="1" latinLnBrk="0" hangingPunct="1">
        <a:lnSpc>
          <a:spcPct val="90000"/>
        </a:lnSpc>
        <a:spcBef>
          <a:spcPts val="682"/>
        </a:spcBef>
        <a:buFont typeface="Arial" panose="020B0604020202020204" pitchFamily="34" charset="0"/>
        <a:buChar char="•"/>
        <a:defRPr sz="1911" kern="1200">
          <a:solidFill>
            <a:schemeClr val="tx1"/>
          </a:solidFill>
          <a:latin typeface="+mn-lt"/>
          <a:ea typeface="+mn-ea"/>
          <a:cs typeface="+mn-cs"/>
        </a:defRPr>
      </a:lvl1pPr>
      <a:lvl2pPr marL="467990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638" kern="1200">
          <a:solidFill>
            <a:schemeClr val="tx1"/>
          </a:solidFill>
          <a:latin typeface="+mn-lt"/>
          <a:ea typeface="+mn-ea"/>
          <a:cs typeface="+mn-cs"/>
        </a:defRPr>
      </a:lvl2pPr>
      <a:lvl3pPr marL="779983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365" kern="1200">
          <a:solidFill>
            <a:schemeClr val="tx1"/>
          </a:solidFill>
          <a:latin typeface="+mn-lt"/>
          <a:ea typeface="+mn-ea"/>
          <a:cs typeface="+mn-cs"/>
        </a:defRPr>
      </a:lvl3pPr>
      <a:lvl4pPr marL="1091976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4pPr>
      <a:lvl5pPr marL="1403970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5pPr>
      <a:lvl6pPr marL="1715963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6pPr>
      <a:lvl7pPr marL="2027956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7pPr>
      <a:lvl8pPr marL="2339950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8pPr>
      <a:lvl9pPr marL="2651943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1pPr>
      <a:lvl2pPr marL="311993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2pPr>
      <a:lvl3pPr marL="623987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3pPr>
      <a:lvl4pPr marL="935980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4pPr>
      <a:lvl5pPr marL="1247973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5pPr>
      <a:lvl6pPr marL="1559966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6pPr>
      <a:lvl7pPr marL="1871960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7pPr>
      <a:lvl8pPr marL="2183953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8pPr>
      <a:lvl9pPr marL="2495946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D0D87835-D567-CDB2-6835-F9EAD098C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0679" y="0"/>
            <a:ext cx="7017104" cy="4657748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336977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0</Words>
  <Application>Microsoft Office PowerPoint</Application>
  <PresentationFormat>사용자 지정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희상 유</dc:creator>
  <cp:lastModifiedBy>희상 유</cp:lastModifiedBy>
  <cp:revision>1</cp:revision>
  <dcterms:created xsi:type="dcterms:W3CDTF">2026-07-31T11:41:49Z</dcterms:created>
  <dcterms:modified xsi:type="dcterms:W3CDTF">2026-07-31T11:42:59Z</dcterms:modified>
</cp:coreProperties>
</file>